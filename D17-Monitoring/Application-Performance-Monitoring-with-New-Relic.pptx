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_rels/slideMaster10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1.xml.rels" ContentType="application/vnd.openxmlformats-package.relationships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5.xml" ContentType="application/vnd.openxmlformats-officedocument.presentationml.slideMaster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13.xml" ContentType="application/vnd.openxmlformats-officedocument.theme+xml"/>
  <Override PartName="/ppt/theme/theme7.xml" ContentType="application/vnd.openxmlformats-officedocument.theme+xml"/>
  <Override PartName="/ppt/theme/theme12.xml" ContentType="application/vnd.openxmlformats-officedocument.theme+xml"/>
  <Override PartName="/ppt/theme/theme6.xml" ContentType="application/vnd.openxmlformats-officedocument.theme+xml"/>
  <Override PartName="/ppt/theme/theme11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7.xml" ContentType="application/vnd.openxmlformats-officedocument.theme+xml"/>
  <Override PartName="/ppt/theme/theme1.xml" ContentType="application/vnd.openxmlformats-officedocument.theme+xml"/>
  <Override PartName="/ppt/theme/theme20.xml" ContentType="application/vnd.openxmlformats-officedocument.theme+xml"/>
  <Override PartName="/ppt/theme/theme2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0.xml" ContentType="application/vnd.openxmlformats-officedocument.theme+xml"/>
  <Override PartName="/ppt/theme/theme5.xml" ContentType="application/vnd.openxmlformats-officedocument.theme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126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70.xml.rels" ContentType="application/vnd.openxmlformats-package.relationships+xml"/>
  <Override PartName="/ppt/slideLayouts/_rels/slideLayout194.xml.rels" ContentType="application/vnd.openxmlformats-package.relationships+xml"/>
  <Override PartName="/ppt/slideLayouts/_rels/slideLayout202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214.xml.rels" ContentType="application/vnd.openxmlformats-package.relationships+xml"/>
  <Override PartName="/ppt/slideLayouts/_rels/slideLayout125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9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71.xml.rels" ContentType="application/vnd.openxmlformats-package.relationships+xml"/>
  <Override PartName="/ppt/slideLayouts/_rels/slideLayout195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03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28.xml.rels" ContentType="application/vnd.openxmlformats-package.relationships+xml"/>
  <Override PartName="/ppt/slideLayouts/_rels/slideLayout172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196.xml.rels" ContentType="application/vnd.openxmlformats-package.relationships+xml"/>
  <Override PartName="/ppt/slideLayouts/_rels/slideLayout204.xml.rels" ContentType="application/vnd.openxmlformats-package.relationships+xml"/>
  <Override PartName="/ppt/slideLayouts/_rels/slideLayout11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83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39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21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4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160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24.xml.rels" ContentType="application/vnd.openxmlformats-package.relationships+xml"/>
  <Override PartName="/ppt/slideLayouts/_rels/slideLayout184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185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197.xml.rels" ContentType="application/vnd.openxmlformats-package.relationships+xml"/>
  <Override PartName="/ppt/slideLayouts/_rels/slideLayout205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186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3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35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36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44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14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14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14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4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01.xml.rels" ContentType="application/vnd.openxmlformats-package.relationships+xml"/>
  <Override PartName="/ppt/slideLayouts/_rels/slideLayout1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154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55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156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5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58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129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73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137.xml.rels" ContentType="application/vnd.openxmlformats-package.relationships+xml"/>
  <Override PartName="/ppt/slideLayouts/_rels/slideLayout181.xml.rels" ContentType="application/vnd.openxmlformats-package.relationships+xml"/>
  <Override PartName="/ppt/slideLayouts/_rels/slideLayout131.xml.rels" ContentType="application/vnd.openxmlformats-package.relationships+xml"/>
  <Override PartName="/ppt/slideLayouts/_rels/slideLayout169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16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90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211.xml.rels" ContentType="application/vnd.openxmlformats-package.relationships+xml"/>
  <Override PartName="/ppt/slideLayouts/_rels/slideLayout212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176.xml.rels" ContentType="application/vnd.openxmlformats-package.relationships+xml"/>
  <Override PartName="/ppt/slideLayouts/_rels/slideLayout123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177.xml.rels" ContentType="application/vnd.openxmlformats-package.relationships+xml"/>
  <Override PartName="/ppt/slideLayouts/_rels/slideLayout221.xml.rels" ContentType="application/vnd.openxmlformats-package.relationships+xml"/>
  <Override PartName="/ppt/slideLayouts/_rels/slideLayout217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175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222.xml.rels" ContentType="application/vnd.openxmlformats-package.relationships+xml"/>
  <Override PartName="/ppt/slideLayouts/_rels/slideLayout218.xml.rels" ContentType="application/vnd.openxmlformats-package.relationships+xml"/>
  <Override PartName="/ppt/slideLayouts/_rels/slideLayout21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1.xml.rels" ContentType="application/vnd.openxmlformats-package.relationships+xml"/>
  <Override PartName="/ppt/slideLayouts/_rels/slideLayout224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1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8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187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23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109.xml.rels" ContentType="application/vnd.openxmlformats-package.relationships+xml"/>
  <Override PartName="/ppt/slideLayouts/_rels/slideLayout122.xml.rels" ContentType="application/vnd.openxmlformats-package.relationships+xml"/>
  <Override PartName="/ppt/slideLayouts/_rels/slideLayout225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13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174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19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188.xml.rels" ContentType="application/vnd.openxmlformats-package.relationships+xml"/>
  <Override PartName="/ppt/slideLayouts/_rels/slideLayout226.xml.rels" ContentType="application/vnd.openxmlformats-package.relationships+xml"/>
  <Override PartName="/ppt/slideLayouts/_rels/slideLayout140.xml.rels" ContentType="application/vnd.openxmlformats-package.relationships+xml"/>
  <Override PartName="/ppt/slideLayouts/_rels/slideLayout189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141.xml.rels" ContentType="application/vnd.openxmlformats-package.relationships+xml"/>
  <Override PartName="/ppt/slideLayouts/_rels/slideLayout227.xml.rels" ContentType="application/vnd.openxmlformats-package.relationships+xml"/>
  <Override PartName="/ppt/slideLayouts/_rels/slideLayout132.xml.rels" ContentType="application/vnd.openxmlformats-package.relationships+xml"/>
  <Override PartName="/ppt/slideLayouts/_rels/slideLayout151.xml.rels" ContentType="application/vnd.openxmlformats-package.relationships+xml"/>
  <Override PartName="/ppt/slideLayouts/_rels/slideLayout133.xml.rels" ContentType="application/vnd.openxmlformats-package.relationships+xml"/>
  <Override PartName="/ppt/slideLayouts/_rels/slideLayout142.xml.rels" ContentType="application/vnd.openxmlformats-package.relationships+xml"/>
  <Override PartName="/ppt/slideLayouts/_rels/slideLayout228.xml.rels" ContentType="application/vnd.openxmlformats-package.relationships+xml"/>
  <Override PartName="/ppt/slideLayouts/_rels/slideLayout152.xml.rels" ContentType="application/vnd.openxmlformats-package.relationships+xml"/>
  <Override PartName="/ppt/slideLayouts/_rels/slideLayout143.xml.rels" ContentType="application/vnd.openxmlformats-package.relationships+xml"/>
  <Override PartName="/ppt/slideLayouts/_rels/slideLayout153.xml.rels" ContentType="application/vnd.openxmlformats-package.relationships+xml"/>
  <Override PartName="/ppt/slideLayouts/_rels/slideLayout209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216.xml.rels" ContentType="application/vnd.openxmlformats-package.relationships+xml"/>
  <Override PartName="/ppt/slideLayouts/_rels/slideLayout130.xml.rels" ContentType="application/vnd.openxmlformats-package.relationships+xml"/>
  <Override PartName="/ppt/slideLayouts/_rels/slideLayout179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150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165.xml.rels" ContentType="application/vnd.openxmlformats-package.relationships+xml"/>
  <Override PartName="/ppt/slideLayouts/_rels/slideLayout19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61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166.xml.rels" ContentType="application/vnd.openxmlformats-package.relationships+xml"/>
  <Override PartName="/ppt/slideLayouts/_rels/slideLayout208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162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178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167.xml.rels" ContentType="application/vnd.openxmlformats-package.relationships+xml"/>
  <Override PartName="/ppt/slideLayouts/_rels/slideLayout182.xml.rels" ContentType="application/vnd.openxmlformats-package.relationships+xml"/>
  <Override PartName="/ppt/slideLayouts/_rels/slideLayout138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20.xml.rels" ContentType="application/vnd.openxmlformats-package.relationships+xml"/>
  <Override PartName="/ppt/slideLayouts/_rels/slideLayout168.xml.rels" ContentType="application/vnd.openxmlformats-package.relationships+xml"/>
  <Override PartName="/ppt/slideLayouts/_rels/slideLayout206.xml.rels" ContentType="application/vnd.openxmlformats-package.relationships+xml"/>
  <Override PartName="/ppt/slideLayouts/_rels/slideLayout198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207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199.xml.rels" ContentType="application/vnd.openxmlformats-package.relationships+xml"/>
  <Override PartName="/ppt/slideLayouts/_rels/slideLayout20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92.xml.rels" ContentType="application/vnd.openxmlformats-package.relationships+xml"/>
  <Override PartName="/ppt/slideLayouts/_rels/slideLayout164.xml.rels" ContentType="application/vnd.openxmlformats-package.relationships+xml"/>
  <Override PartName="/ppt/slideLayouts/_rels/slideLayout60.xml.rels" ContentType="application/vnd.openxmlformats-package.relationships+xml"/>
  <Override PartName="/ppt/slideLayouts/slideLayout124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57.xml" ContentType="application/vnd.openxmlformats-officedocument.presentationml.slideLayout+xml"/>
  <Override PartName="/ppt/media/image58.png" ContentType="image/png"/>
  <Override PartName="/ppt/media/image56.png" ContentType="image/png"/>
  <Override PartName="/ppt/media/image40.jpeg" ContentType="image/jpeg"/>
  <Override PartName="/ppt/media/image10.png" ContentType="image/png"/>
  <Override PartName="/ppt/media/image35.png" ContentType="image/png"/>
  <Override PartName="/ppt/media/image28.png" ContentType="image/png"/>
  <Override PartName="/ppt/media/image29.jpeg" ContentType="image/jpeg"/>
  <Override PartName="/ppt/media/image49.jpeg" ContentType="image/jpeg"/>
  <Override PartName="/ppt/media/image16.png" ContentType="image/png"/>
  <Override PartName="/ppt/media/image4.png" ContentType="image/png"/>
  <Override PartName="/ppt/media/image27.png" ContentType="image/png"/>
  <Override PartName="/ppt/media/image33.png" ContentType="image/png"/>
  <Override PartName="/ppt/media/image3.png" ContentType="image/png"/>
  <Override PartName="/ppt/media/image15.png" ContentType="image/png"/>
  <Override PartName="/ppt/media/image32.png" ContentType="image/png"/>
  <Override PartName="/ppt/media/image2.png" ContentType="image/png"/>
  <Override PartName="/ppt/media/image14.png" ContentType="image/png"/>
  <Override PartName="/ppt/media/image26.png" ContentType="image/png"/>
  <Override PartName="/ppt/media/image61.jpeg" ContentType="image/jpeg"/>
  <Override PartName="/ppt/media/image23.png" ContentType="image/png"/>
  <Override PartName="/ppt/media/image60.png" ContentType="image/png"/>
  <Override PartName="/ppt/media/image62.png" ContentType="image/png"/>
  <Override PartName="/ppt/media/image25.png" ContentType="image/png"/>
  <Override PartName="/ppt/media/image20.png" ContentType="image/png"/>
  <Override PartName="/ppt/media/image57.png" ContentType="image/png"/>
  <Override PartName="/ppt/media/image22.png" ContentType="image/png"/>
  <Override PartName="/ppt/media/image59.png" ContentType="image/png"/>
  <Override PartName="/ppt/media/image21.jpeg" ContentType="image/jpeg"/>
  <Override PartName="/ppt/media/image24.png" ContentType="image/png"/>
  <Override PartName="/ppt/media/image18.png" ContentType="image/png"/>
  <Override PartName="/ppt/media/image6.png" ContentType="image/png"/>
  <Override PartName="/ppt/media/image36.png" ContentType="image/png"/>
  <Override PartName="/ppt/media/image31.png" ContentType="image/png"/>
  <Override PartName="/ppt/media/image11.png" ContentType="image/png"/>
  <Override PartName="/ppt/media/image19.png" ContentType="image/png"/>
  <Override PartName="/ppt/media/image7.png" ContentType="image/png"/>
  <Override PartName="/ppt/media/image34.jpeg" ContentType="image/jpeg"/>
  <Override PartName="/ppt/media/image37.png" ContentType="image/png"/>
  <Override PartName="/ppt/media/image12.png" ContentType="image/png"/>
  <Override PartName="/ppt/media/image8.png" ContentType="image/png"/>
  <Override PartName="/ppt/media/image38.png" ContentType="image/png"/>
  <Override PartName="/ppt/media/image5.png" ContentType="image/png"/>
  <Override PartName="/ppt/media/image39.jpeg" ContentType="image/jpeg"/>
  <Override PartName="/ppt/media/image17.png" ContentType="image/png"/>
  <Override PartName="/ppt/media/image52.jpeg" ContentType="image/jpeg"/>
  <Override PartName="/ppt/media/image1.png" ContentType="image/png"/>
  <Override PartName="/ppt/media/image13.png" ContentType="image/png"/>
  <Override PartName="/ppt/media/image9.png" ContentType="image/png"/>
  <Override PartName="/ppt/media/image30.png" ContentType="image/png"/>
  <Override PartName="/ppt/media/image44.png" ContentType="image/png"/>
  <Override PartName="/ppt/media/image41.jpeg" ContentType="image/jpeg"/>
  <Override PartName="/ppt/media/image54.png" ContentType="image/png"/>
  <Override PartName="/ppt/media/image42.png" ContentType="image/png"/>
  <Override PartName="/ppt/media/image43.png" ContentType="image/png"/>
  <Override PartName="/ppt/media/image45.png" ContentType="image/png"/>
  <Override PartName="/ppt/media/image46.png" ContentType="image/png"/>
  <Override PartName="/ppt/media/image47.jpeg" ContentType="image/jpeg"/>
  <Override PartName="/ppt/media/image48.jpeg" ContentType="image/jpeg"/>
  <Override PartName="/ppt/media/image50.jpeg" ContentType="image/jpeg"/>
  <Override PartName="/ppt/media/image51.png" ContentType="image/png"/>
  <Override PartName="/ppt/media/image53.png" ContentType="image/png"/>
  <Override PartName="/ppt/media/image55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  <p:sldMasterId id="2147483778" r:id="rId12"/>
    <p:sldMasterId id="2147483791" r:id="rId13"/>
    <p:sldMasterId id="2147483804" r:id="rId14"/>
    <p:sldMasterId id="2147483817" r:id="rId15"/>
    <p:sldMasterId id="2147483830" r:id="rId16"/>
    <p:sldMasterId id="2147483843" r:id="rId17"/>
    <p:sldMasterId id="2147483856" r:id="rId18"/>
    <p:sldMasterId id="2147483869" r:id="rId19"/>
    <p:sldMasterId id="2147483882" r:id="rId20"/>
  </p:sldMasterIdLst>
  <p:notesMasterIdLst>
    <p:notesMasterId r:id="rId21"/>
  </p:notesMasterIdLst>
  <p:sldIdLst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272" r:id="rId3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notesMaster" Target="notesMasters/notesMaster1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6" Type="http://schemas.openxmlformats.org/officeDocument/2006/relationships/slide" Target="slides/slide15.xml"/><Relationship Id="rId37" Type="http://schemas.openxmlformats.org/officeDocument/2006/relationships/slide" Target="slides/slide16.xml"/><Relationship Id="rId38" Type="http://schemas.openxmlformats.org/officeDocument/2006/relationships/slide" Target="slides/slide17.xml"/><Relationship Id="rId3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0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PlaceHolder 1"/>
          <p:cNvSpPr>
            <a:spLocks noGrp="1"/>
          </p:cNvSpPr>
          <p:nvPr>
            <p:ph type="sldImg"/>
          </p:nvPr>
        </p:nvSpPr>
        <p:spPr>
          <a:xfrm>
            <a:off x="195840" y="926280"/>
            <a:ext cx="6465600" cy="457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2050" spc="-1" strike="noStrike">
                <a:solidFill>
                  <a:srgbClr val="000000"/>
                </a:solidFill>
                <a:latin typeface="Aptos"/>
              </a:rPr>
              <a:t>Click to move the slide</a:t>
            </a:r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98" name="PlaceHolder 2"/>
          <p:cNvSpPr>
            <a:spLocks noGrp="1"/>
          </p:cNvSpPr>
          <p:nvPr>
            <p:ph type="body"/>
          </p:nvPr>
        </p:nvSpPr>
        <p:spPr>
          <a:xfrm>
            <a:off x="685800" y="5790600"/>
            <a:ext cx="5486040" cy="54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3200" spc="-1" strike="noStrike">
                <a:latin typeface="Arial"/>
              </a:rPr>
              <a:t>Click to edit the notes format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79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612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800" name="PlaceHolder 4"/>
          <p:cNvSpPr>
            <a:spLocks noGrp="1"/>
          </p:cNvSpPr>
          <p:nvPr>
            <p:ph type="dt" idx="19"/>
          </p:nvPr>
        </p:nvSpPr>
        <p:spPr>
          <a:xfrm>
            <a:off x="3881520" y="0"/>
            <a:ext cx="297612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801" name="PlaceHolder 5"/>
          <p:cNvSpPr>
            <a:spLocks noGrp="1"/>
          </p:cNvSpPr>
          <p:nvPr>
            <p:ph type="ftr" idx="20"/>
          </p:nvPr>
        </p:nvSpPr>
        <p:spPr>
          <a:xfrm>
            <a:off x="0" y="11581920"/>
            <a:ext cx="297612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802" name="PlaceHolder 6"/>
          <p:cNvSpPr>
            <a:spLocks noGrp="1"/>
          </p:cNvSpPr>
          <p:nvPr>
            <p:ph type="sldNum" idx="21"/>
          </p:nvPr>
        </p:nvSpPr>
        <p:spPr>
          <a:xfrm>
            <a:off x="3881520" y="11581920"/>
            <a:ext cx="2976120" cy="60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EBE3358E-EBE7-4A96-9C9F-96A9A13D76AC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8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0D679A9-1675-4225-9902-7BDA151CA20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9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BA8F566-707D-4127-BCC9-BD39573FD90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9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D288D4D-B88D-421F-807B-674241A742B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09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6D7D8B1-73CC-4E1A-8EED-67776F03892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01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8E61BB6-E06B-4C3C-8E84-D4352A67202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04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601C651-DDBD-4E6E-B8B5-2FE89F4360F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07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7D394E8-4681-4C3F-A3A4-1E1E8E35AA7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10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54BF4D1-0CCE-49D1-9B54-398A2BEBF45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13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1A7DF83-CCAB-4B6C-9CE9-6319ECB60E6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16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4023001-3F16-4D49-853B-A1F7415B6AB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19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1508A26-1F54-4232-8A12-F8111EEC450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22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3B716E6-862F-4CE3-A8E5-C3227CA5D96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25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E4ED889-31C6-4B92-8A8B-E80AB576508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28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D8B531A-B26D-4578-8082-B7BA672CBEC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31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3D1B995-091D-4B6C-B37B-C541CBCE9DF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3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45BF9F1-B831-4DD8-AEEB-4B47BC03335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365400" y="2025000"/>
            <a:ext cx="6629760" cy="74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365400" y="2025000"/>
            <a:ext cx="6629760" cy="74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D649E07-0E0E-48C6-B5E2-FBAF592F78CD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B9CBF46-020A-4127-8D81-DF8A864D88E6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B8C470B-AE31-476C-8B7B-E2383F31BE32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434B5ED-E5F0-42C5-B64F-819BB80F9CD4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5CDC41F-F2CC-4810-AE8F-49C6E76D04E8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ubTitle"/>
          </p:nvPr>
        </p:nvSpPr>
        <p:spPr>
          <a:xfrm>
            <a:off x="365400" y="2025000"/>
            <a:ext cx="6629760" cy="74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EB56019-1094-4223-8F5E-377155571C40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148CB3A-F823-4E50-8753-97F44A2CDBFE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3A150C3-0481-40C2-9163-2C0851321A21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D59A039-1DF6-43CB-BD30-29D2F0E9FB7D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5DA1857-855E-44AA-8255-E45723B78839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5ECE6A1-6A25-43B8-AC25-92C3581F4847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2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3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0BB0E54-261F-4D8E-8A1F-92481F641938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DE8D7F-7603-4F01-8799-4B88BBFD507D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044A9A-CCCC-4DA1-851E-4210087B8017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2C7273-7C91-420D-BBD0-71F94E2498CD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680923-0137-47A2-A665-6D371E2BE6C8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0ED731-3CAE-4FDA-8CA6-CE35929B0D09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ubTitle"/>
          </p:nvPr>
        </p:nvSpPr>
        <p:spPr>
          <a:xfrm>
            <a:off x="365400" y="2025000"/>
            <a:ext cx="6629760" cy="74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C1F49C-B299-4F9A-BA8A-6B9387883577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DA5EF7-96B5-4CD0-849F-8FA4B8380C7B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107E89-B6B4-40CF-ADC4-D48E81622232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00BB7C-D096-4629-A99A-C579823E8B8D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F6388F-8DFF-4BA2-9FB3-65FF9B02D7B4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C7918E-3F61-426E-A05A-06016B8264D9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4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5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38581C-DBD6-45A1-9EC5-16A08BC8693F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D8CC342-81EB-4629-AC5C-DB134FD5E84E}" type="slidenum">
              <a:t>&lt;#&gt;</a:t>
            </a:fld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F072CB5-E229-43C5-AD7F-5F0AA8456967}" type="slidenum">
              <a:t>&lt;#&gt;</a:t>
            </a:fld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7D0C86B-2C89-4776-BAD4-6253A04E5170}" type="slidenum">
              <a:t>&lt;#&gt;</a:t>
            </a:fld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8F4143D-FE86-4DC9-BA26-475005E29056}" type="slidenum">
              <a:t>&lt;#&gt;</a:t>
            </a:fld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8067FA5-8B96-4C98-AFCB-73E3D9EC9A07}" type="slidenum">
              <a:t>&lt;#&gt;</a:t>
            </a:fld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ubTitle"/>
          </p:nvPr>
        </p:nvSpPr>
        <p:spPr>
          <a:xfrm>
            <a:off x="365400" y="2025000"/>
            <a:ext cx="6629760" cy="74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DAC3104-E6A0-40AD-9304-C933C34BBCCE}" type="slidenum">
              <a:t>&lt;#&gt;</a:t>
            </a:fld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51EFCF3-72F2-4D37-9E0E-F21C8CC7EAC8}" type="slidenum">
              <a:t>&lt;#&gt;</a:t>
            </a:fld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276EDE6-D46F-4973-A1F1-26691D089A3A}" type="slidenum">
              <a:t>&lt;#&gt;</a:t>
            </a:fld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0BC0A9A4-15A0-4FFD-8015-E00057C0DD26}" type="slidenum">
              <a:t>&lt;#&gt;</a:t>
            </a:fld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0D4A394-6251-4DFB-BD48-6686FCB292E5}" type="slidenum">
              <a:t>&lt;#&gt;</a:t>
            </a:fld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58ABB84-6366-447D-9575-2AED3DA9CE7C}" type="slidenum">
              <a:t>&lt;#&gt;</a:t>
            </a:fld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6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7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19408C3-4FDA-43FB-A2F0-9F0BAB9B039E}" type="slidenum">
              <a:t>&lt;#&gt;</a:t>
            </a:fld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A48402E-6038-4098-8E32-84BD11D14DFB}" type="slidenum">
              <a:t>&lt;#&gt;</a:t>
            </a:fld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F41ACF2-341B-4C6C-97CA-C2FFE774586A}" type="slidenum">
              <a:t>&lt;#&gt;</a:t>
            </a:fld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721798B-8B4F-413D-A5A7-C4A221F889DE}" type="slidenum">
              <a:t>&lt;#&gt;</a:t>
            </a:fld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7FBAE29-645F-474A-A4DC-5A73110FC223}" type="slidenum">
              <a:t>&lt;#&gt;</a:t>
            </a:fld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7D58C62-6275-4D12-BBBE-2D44F85AA48C}" type="slidenum">
              <a:t>&lt;#&gt;</a:t>
            </a:fld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subTitle"/>
          </p:nvPr>
        </p:nvSpPr>
        <p:spPr>
          <a:xfrm>
            <a:off x="365400" y="2025000"/>
            <a:ext cx="6629760" cy="74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CA9D4C7-F508-42F8-BCD9-96FEFEEA4F0C}" type="slidenum">
              <a:t>&lt;#&gt;</a:t>
            </a:fld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4D55868-BC38-4B76-8AED-1EC803EC6126}" type="slidenum">
              <a:t>&lt;#&gt;</a:t>
            </a:fld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9FE0046-1673-4350-8762-35D938D8CB75}" type="slidenum">
              <a:t>&lt;#&gt;</a:t>
            </a:fld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BE3D2F7-BD41-491A-831F-7E67E8A5AF1F}" type="slidenum">
              <a:t>&lt;#&gt;</a:t>
            </a:fld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21018BE-64EF-40D1-B57F-0632040314BF}" type="slidenum">
              <a:t>&lt;#&gt;</a:t>
            </a:fld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4615184-89BA-4C7B-AB4F-74D98527F27E}" type="slidenum">
              <a:t>&lt;#&gt;</a:t>
            </a:fld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8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49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3F03366-482B-4853-95CD-51F1C1A889B8}" type="slidenum">
              <a:t>&lt;#&gt;</a:t>
            </a:fld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F93D56-9250-47D7-B668-524070200A9B}" type="slidenum">
              <a:t>&lt;#&gt;</a:t>
            </a:fld>
          </a:p>
        </p:txBody>
      </p:sp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EB27BB-588C-4881-86E9-17482E51E208}" type="slidenum">
              <a:t>&lt;#&gt;</a:t>
            </a:fld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C59E56-869F-4359-A38A-B29ABAABE346}" type="slidenum">
              <a:t>&lt;#&gt;</a:t>
            </a:fld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910564-3E20-4EB1-B0B1-AAF3E0E3E7C6}" type="slidenum">
              <a:t>&lt;#&gt;</a:t>
            </a:fld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67841C-CC84-4A23-B584-D7526B2F9A64}" type="slidenum">
              <a:t>&lt;#&gt;</a:t>
            </a:fld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ubTitle"/>
          </p:nvPr>
        </p:nvSpPr>
        <p:spPr>
          <a:xfrm>
            <a:off x="365400" y="2025000"/>
            <a:ext cx="6629760" cy="74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ADF432-8AD4-4151-A5F7-0B028D6B87F7}" type="slidenum">
              <a:t>&lt;#&gt;</a:t>
            </a:fld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6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981E09-1EDD-4CD3-878C-62846BFD2F81}" type="slidenum">
              <a:t>&lt;#&gt;</a:t>
            </a:fld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1E5A00-7D70-4A7C-82C6-C11B0B11B960}" type="slidenum">
              <a:t>&lt;#&gt;</a:t>
            </a:fld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908275-8839-4914-8F74-FBF9E36CC3EB}" type="slidenum">
              <a:t>&lt;#&gt;</a:t>
            </a:fld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44F309-D354-4358-92B6-C2FA06133F84}" type="slidenum">
              <a:t>&lt;#&gt;</a:t>
            </a:fld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3A72A4-1C1B-423C-9757-C2803712FB54}" type="slidenum">
              <a:t>&lt;#&gt;</a:t>
            </a:fld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8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8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0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1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150C89-AD50-4067-BD58-411899A0C885}" type="slidenum">
              <a:t>&lt;#&gt;</a:t>
            </a:fld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22E35DF7-13AA-445A-B429-BEDEDE853FC7}" type="slidenum">
              <a:t>&lt;#&gt;</a:t>
            </a:fld>
          </a:p>
        </p:txBody>
      </p:sp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332F97E3-AD81-4DC3-80F8-1A77B6E732DE}" type="slidenum">
              <a:t>&lt;#&gt;</a:t>
            </a:fld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E1CE9A8B-0A91-4A51-92B6-FA79BEB17293}" type="slidenum">
              <a:t>&lt;#&gt;</a:t>
            </a:fld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0AA48BCF-4FFA-40D4-BA2F-38FDFA5E53FC}" type="slidenum">
              <a:t>&lt;#&gt;</a:t>
            </a:fld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FA947079-0E93-4865-8A0E-8675BAE0F885}" type="slidenum">
              <a:t>&lt;#&gt;</a:t>
            </a:fld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subTitle"/>
          </p:nvPr>
        </p:nvSpPr>
        <p:spPr>
          <a:xfrm>
            <a:off x="365400" y="2025000"/>
            <a:ext cx="6629760" cy="74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85A6E5BA-5581-407A-908D-254F80AF596E}" type="slidenum">
              <a:t>&lt;#&gt;</a:t>
            </a:fld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9D0F3961-3613-497F-8278-20F6BA9946AA}" type="slidenum">
              <a:t>&lt;#&gt;</a:t>
            </a:fld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E9219470-EFB6-450D-A1A1-16F15BE83D97}" type="slidenum">
              <a:t>&lt;#&gt;</a:t>
            </a:fld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EBEAA561-8475-4473-9AAC-475A86D59B42}" type="slidenum">
              <a:t>&lt;#&gt;</a:t>
            </a:fld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A316A17B-E357-4568-8F12-8D14F5992D80}" type="slidenum">
              <a:t>&lt;#&gt;</a:t>
            </a:fld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64B9F986-4E56-453B-9249-DCC529A09659}" type="slidenum">
              <a:t>&lt;#&gt;</a:t>
            </a:fld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0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2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3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B6F25A3F-6568-4733-B955-C32452972F7F}" type="slidenum">
              <a:t>&lt;#&gt;</a:t>
            </a:fld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2C0F360-74C4-4DBE-912B-3EE3AF54A7EB}" type="slidenum">
              <a:t>&lt;#&gt;</a:t>
            </a:fld>
          </a:p>
        </p:txBody>
      </p:sp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ED4A3FD-1B10-465D-AAD5-83F181CAC8E8}" type="slidenum">
              <a:t>&lt;#&gt;</a:t>
            </a:fld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43CAB58-7D34-493A-B6BA-BB5EE014B9CE}" type="slidenum">
              <a:t>&lt;#&gt;</a:t>
            </a:fld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9E095C5-3410-4F79-9A2F-FAE807F2B6A3}" type="slidenum">
              <a:t>&lt;#&gt;</a:t>
            </a:fld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17377C6-D4AB-4B47-8527-76934D6D409D}" type="slidenum">
              <a:t>&lt;#&gt;</a:t>
            </a:fld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ubTitle"/>
          </p:nvPr>
        </p:nvSpPr>
        <p:spPr>
          <a:xfrm>
            <a:off x="365400" y="2025000"/>
            <a:ext cx="6629760" cy="74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85EBDF7-104C-4C2D-A4B1-FC9B52B8B463}" type="slidenum">
              <a:t>&lt;#&gt;</a:t>
            </a:fld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3BA2DC0-6F86-4D15-BF81-0ED9A32A0A69}" type="slidenum">
              <a:t>&lt;#&gt;</a:t>
            </a:fld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F9BCE6C-C2D9-4403-AF00-16FA0CFC210B}" type="slidenum">
              <a:t>&lt;#&gt;</a:t>
            </a:fld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612BA3B-4933-40ED-8053-2CBA26FFF083}" type="slidenum">
              <a:t>&lt;#&gt;</a:t>
            </a:fld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823DDFC-62F3-463B-A704-1B4F78D62D7C}" type="slidenum">
              <a:t>&lt;#&gt;</a:t>
            </a:fld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6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1E06EEF-43C1-4F1B-AE8F-DD0A74287C1E}" type="slidenum">
              <a:t>&lt;#&gt;</a:t>
            </a:fld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2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4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5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12AED80-23C9-4A03-B5A2-1180016D9CD4}" type="slidenum">
              <a:t>&lt;#&gt;</a:t>
            </a:fld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26328F1-2F2E-4582-819A-267B9AADA2C1}" type="slidenum">
              <a:t>&lt;#&gt;</a:t>
            </a:fld>
          </a:p>
        </p:txBody>
      </p:sp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F225583-BF40-4E3E-A33D-8912F0870D71}" type="slidenum">
              <a:t>&lt;#&gt;</a:t>
            </a:fld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4EC6ADC-56FB-4C02-9F78-EE7B13E76FF5}" type="slidenum">
              <a:t>&lt;#&gt;</a:t>
            </a:fld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6F90BEF-115B-4DDC-87F9-63943FFB8CAC}" type="slidenum">
              <a:t>&lt;#&gt;</a:t>
            </a:fld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1200AB5-CD10-4710-8181-528B5C4D809C}" type="slidenum">
              <a:t>&lt;#&gt;</a:t>
            </a:fld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ubTitle"/>
          </p:nvPr>
        </p:nvSpPr>
        <p:spPr>
          <a:xfrm>
            <a:off x="365400" y="2025000"/>
            <a:ext cx="6629760" cy="74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ABC0CCB-4A05-4D44-B327-43D97D7A06D0}" type="slidenum">
              <a:t>&lt;#&gt;</a:t>
            </a:fld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9BDFBD6-B24D-4484-BD0E-7E8064FD19E5}" type="slidenum">
              <a:t>&lt;#&gt;</a:t>
            </a:fld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9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D649B34-2BDB-4698-A1B7-7349E8F36EAC}" type="slidenum">
              <a:t>&lt;#&gt;</a:t>
            </a:fld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0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92BE5CF-C526-41CC-BF32-4141602159C1}" type="slidenum">
              <a:t>&lt;#&gt;</a:t>
            </a:fld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2B52F36E-1A81-4639-9659-D8FA7CBA3F05}" type="slidenum">
              <a:t>&lt;#&gt;</a:t>
            </a:fld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0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1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E633A42B-F72E-437C-99B8-F852509C92FD}" type="slidenum">
              <a:t>&lt;#&gt;</a:t>
            </a:fld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14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1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16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17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B35DF7C-F8FA-45AA-B10A-089FC57E10FB}" type="slidenum">
              <a:t>&lt;#&gt;</a:t>
            </a:fld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2B27BC0E-862F-493A-8F85-C54365353D26}" type="slidenum">
              <a:t>&lt;#&gt;</a:t>
            </a:fld>
          </a:p>
        </p:txBody>
      </p:sp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2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3DE5A1F4-A456-4BB9-B957-2F8FD6BD28C7}" type="slidenum">
              <a:t>&lt;#&gt;</a:t>
            </a:fld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FDA38A17-696F-475C-B0D5-86DDC123484A}" type="slidenum">
              <a:t>&lt;#&gt;</a:t>
            </a:fld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92C8FA15-16BD-4A75-A808-6AF7C42507F8}" type="slidenum">
              <a:t>&lt;#&gt;</a:t>
            </a:fld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BAD74D34-7784-49ED-A925-AFC193080BF5}" type="slidenum">
              <a:t>&lt;#&gt;</a:t>
            </a:fld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ubTitle"/>
          </p:nvPr>
        </p:nvSpPr>
        <p:spPr>
          <a:xfrm>
            <a:off x="365400" y="2025000"/>
            <a:ext cx="6629760" cy="74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E7F0040F-C9CD-4F2A-B4F8-9FC2ADFD6E4A}" type="slidenum">
              <a:t>&lt;#&gt;</a:t>
            </a:fld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3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F5BEF8CF-D338-4AE4-B97B-333187BA2AA1}" type="slidenum">
              <a:t>&lt;#&gt;</a:t>
            </a:fld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3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4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D3C80E77-5CAC-4902-91E8-A1E367F0E495}" type="slidenum">
              <a:t>&lt;#&gt;</a:t>
            </a:fld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4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4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6D331C32-FC56-4981-91A2-D8F52628C7A8}" type="slidenum">
              <a:t>&lt;#&gt;</a:t>
            </a:fld>
          </a:p>
        </p:txBody>
      </p:sp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4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C56AAA18-485C-4C79-BFAC-4D0EE3146DBF}" type="slidenum">
              <a:t>&lt;#&gt;</a:t>
            </a:fld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5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5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9833B456-924A-4121-8600-443521648C99}" type="slidenum">
              <a:t>&lt;#&gt;</a:t>
            </a:fld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56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5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58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59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BFA615C5-B262-4BA4-B959-33B021777A85}" type="slidenum">
              <a:t>&lt;#&gt;</a:t>
            </a:fld>
          </a:p>
        </p:txBody>
      </p:sp>
    </p:spTree>
  </p:cSld>
</p:sldLayout>
</file>

<file path=ppt/slideLayouts/slideLayout1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03D9C33-2CC9-4D47-860C-9B56318B27BC}" type="slidenum">
              <a:t>&lt;#&gt;</a:t>
            </a:fld>
          </a:p>
        </p:txBody>
      </p:sp>
    </p:spTree>
  </p:cSld>
</p:sldLayout>
</file>

<file path=ppt/slideLayouts/slideLayout1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6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483B2D1-49AC-4A0D-9139-626551CA18FA}" type="slidenum">
              <a:t>&lt;#&gt;</a:t>
            </a:fld>
          </a:p>
        </p:txBody>
      </p:sp>
    </p:spTree>
  </p:cSld>
</p:sldLayout>
</file>

<file path=ppt/slideLayouts/slideLayout1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639307F-8276-4402-B026-8DA9F99C26C0}" type="slidenum">
              <a:t>&lt;#&gt;</a:t>
            </a:fld>
          </a:p>
        </p:txBody>
      </p:sp>
    </p:spTree>
  </p:cSld>
</p:sldLayout>
</file>

<file path=ppt/slideLayouts/slideLayout1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19A442D-8938-480D-BB48-4413A5917A6F}" type="slidenum">
              <a:t>&lt;#&gt;</a:t>
            </a:fld>
          </a:p>
        </p:txBody>
      </p:sp>
    </p:spTree>
  </p:cSld>
</p:sldLayout>
</file>

<file path=ppt/slideLayouts/slideLayout1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4675D8D-626F-44AC-8C85-E942C2F2A5A1}" type="slidenum">
              <a:t>&lt;#&gt;</a:t>
            </a:fld>
          </a:p>
        </p:txBody>
      </p:sp>
    </p:spTree>
  </p:cSld>
</p:sldLayout>
</file>

<file path=ppt/slideLayouts/slideLayout1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subTitle"/>
          </p:nvPr>
        </p:nvSpPr>
        <p:spPr>
          <a:xfrm>
            <a:off x="365400" y="2025000"/>
            <a:ext cx="6629760" cy="74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85F5F16-BB06-48C2-9B93-3E64363D2E37}" type="slidenum">
              <a:t>&lt;#&gt;</a:t>
            </a:fld>
          </a:p>
        </p:txBody>
      </p:sp>
    </p:spTree>
  </p:cSld>
</p:sldLayout>
</file>

<file path=ppt/slideLayouts/slideLayout1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7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B594BA3-E6B6-4D6F-860A-9170D5F487AF}" type="slidenum">
              <a:t>&lt;#&gt;</a:t>
            </a:fld>
          </a:p>
        </p:txBody>
      </p:sp>
    </p:spTree>
  </p:cSld>
</p:sldLayout>
</file>

<file path=ppt/slideLayouts/slideLayout1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8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8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4CDE5B8-731B-439C-93AD-9B23A2F91DE5}" type="slidenum">
              <a:t>&lt;#&gt;</a:t>
            </a:fld>
          </a:p>
        </p:txBody>
      </p:sp>
    </p:spTree>
  </p:cSld>
</p:sldLayout>
</file>

<file path=ppt/slideLayouts/slideLayout1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8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8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8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71B8E88-1F01-4A7E-978A-50F48AF5DA4D}" type="slidenum">
              <a:t>&lt;#&gt;</a:t>
            </a:fld>
          </a:p>
        </p:txBody>
      </p:sp>
    </p:spTree>
  </p:cSld>
</p:sldLayout>
</file>

<file path=ppt/slideLayouts/slideLayout1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8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CAB46C2-0389-458C-BEC8-B863F81559C2}" type="slidenum">
              <a:t>&lt;#&gt;</a:t>
            </a:fld>
          </a:p>
        </p:txBody>
      </p:sp>
    </p:spTree>
  </p:cSld>
</p:sldLayout>
</file>

<file path=ppt/slideLayouts/slideLayout1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9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9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9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34C5711-AFBE-493E-8DDE-B4CBB7DB3C7E}" type="slidenum">
              <a:t>&lt;#&gt;</a:t>
            </a:fld>
          </a:p>
        </p:txBody>
      </p:sp>
    </p:spTree>
  </p:cSld>
</p:sldLayout>
</file>

<file path=ppt/slideLayouts/slideLayout1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98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9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00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01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B3430CC4-5D54-402B-A781-188EF7B1251D}" type="slidenum">
              <a:t>&lt;#&gt;</a:t>
            </a:fld>
          </a:p>
        </p:txBody>
      </p:sp>
    </p:spTree>
  </p:cSld>
</p:sldLayout>
</file>

<file path=ppt/slideLayouts/slideLayout1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CE9E0EC-5DC2-4F9E-9A58-9E04BE5ED9DD}" type="slidenum">
              <a:t>&lt;#&gt;</a:t>
            </a:fld>
          </a:p>
        </p:txBody>
      </p:sp>
    </p:spTree>
  </p:cSld>
</p:sldLayout>
</file>

<file path=ppt/slideLayouts/slideLayout1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0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13E8E0D-2D26-4CEA-95ED-ABF6AA7BEEA8}" type="slidenum">
              <a:t>&lt;#&gt;</a:t>
            </a:fld>
          </a:p>
        </p:txBody>
      </p:sp>
    </p:spTree>
  </p:cSld>
</p:sldLayout>
</file>

<file path=ppt/slideLayouts/slideLayout1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E2D9428-9059-46C4-93EE-B5B2AC6A88F0}" type="slidenum">
              <a:t>&lt;#&gt;</a:t>
            </a:fld>
          </a:p>
        </p:txBody>
      </p:sp>
    </p:spTree>
  </p:cSld>
</p:sldLayout>
</file>

<file path=ppt/slideLayouts/slideLayout1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0867C14-47AC-4AC4-AE5C-432BC1A8ED86}" type="slidenum">
              <a:t>&lt;#&gt;</a:t>
            </a:fld>
          </a:p>
        </p:txBody>
      </p:sp>
    </p:spTree>
  </p:cSld>
</p:sldLayout>
</file>

<file path=ppt/slideLayouts/slideLayout1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D224FE7-0262-4B32-AFDA-E5ADF6DAF551}" type="slidenum">
              <a:t>&lt;#&gt;</a:t>
            </a:fld>
          </a:p>
        </p:txBody>
      </p:sp>
    </p:spTree>
  </p:cSld>
</p:sldLayout>
</file>

<file path=ppt/slideLayouts/slideLayout1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subTitle"/>
          </p:nvPr>
        </p:nvSpPr>
        <p:spPr>
          <a:xfrm>
            <a:off x="365400" y="2025000"/>
            <a:ext cx="6629760" cy="74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F4A8140-4F8B-4822-81FB-0450F312876D}" type="slidenum">
              <a:t>&lt;#&gt;</a:t>
            </a:fld>
          </a:p>
        </p:txBody>
      </p:sp>
    </p:spTree>
  </p:cSld>
</p:sldLayout>
</file>

<file path=ppt/slideLayouts/slideLayout1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2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2F4800D-605E-4E62-8767-60A46E6E4A77}" type="slidenum">
              <a:t>&lt;#&gt;</a:t>
            </a:fld>
          </a:p>
        </p:txBody>
      </p:sp>
    </p:spTree>
  </p:cSld>
</p:sldLayout>
</file>

<file path=ppt/slideLayouts/slideLayout1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2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F367AF3-3CC5-4D07-BFA5-6629FADA4224}" type="slidenum">
              <a:t>&lt;#&gt;</a:t>
            </a:fld>
          </a:p>
        </p:txBody>
      </p:sp>
    </p:spTree>
  </p:cSld>
</p:sldLayout>
</file>

<file path=ppt/slideLayouts/slideLayout1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2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2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6863CED-9023-42D1-B348-BA20C1614A10}" type="slidenum">
              <a:t>&lt;#&gt;</a:t>
            </a:fld>
          </a:p>
        </p:txBody>
      </p:sp>
    </p:spTree>
  </p:cSld>
</p:sldLayout>
</file>

<file path=ppt/slideLayouts/slideLayout1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3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79EB9D7-6C46-41BC-9304-76B0A5AAD7AD}" type="slidenum">
              <a:t>&lt;#&gt;</a:t>
            </a:fld>
          </a:p>
        </p:txBody>
      </p:sp>
    </p:spTree>
  </p:cSld>
</p:sldLayout>
</file>

<file path=ppt/slideLayouts/slideLayout1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3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3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F6D9D34-A7A5-4CE9-98F4-B14305366627}" type="slidenum">
              <a:t>&lt;#&gt;</a:t>
            </a:fld>
          </a:p>
        </p:txBody>
      </p:sp>
    </p:spTree>
  </p:cSld>
</p:sldLayout>
</file>

<file path=ppt/slideLayouts/slideLayout1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3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40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4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42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43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9E62F0E-70B7-4DCB-8250-55E77FA87BF8}" type="slidenum">
              <a:t>&lt;#&gt;</a:t>
            </a:fld>
          </a:p>
        </p:txBody>
      </p:sp>
    </p:spTree>
  </p:cSld>
</p:sldLayout>
</file>

<file path=ppt/slideLayouts/slideLayout1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BDEE8546-0887-4C49-9D65-E8B0A2FC9296}" type="slidenum">
              <a:t>&lt;#&gt;</a:t>
            </a:fld>
          </a:p>
        </p:txBody>
      </p:sp>
    </p:spTree>
  </p:cSld>
</p:sldLayout>
</file>

<file path=ppt/slideLayouts/slideLayout1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5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D13A443F-A0DA-451E-AEF0-251C5D674755}" type="slidenum">
              <a:t>&lt;#&gt;</a:t>
            </a:fld>
          </a:p>
        </p:txBody>
      </p:sp>
    </p:spTree>
  </p:cSld>
</p:sldLayout>
</file>

<file path=ppt/slideLayouts/slideLayout1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BA195390-52E0-4BB4-912F-AEE351FB2CAD}" type="slidenum">
              <a:t>&lt;#&gt;</a:t>
            </a:fld>
          </a:p>
        </p:txBody>
      </p:sp>
    </p:spTree>
  </p:cSld>
</p:sldLayout>
</file>

<file path=ppt/slideLayouts/slideLayout1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5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43CE24DF-2A4D-422F-836D-E4F08DF512A5}" type="slidenum">
              <a:t>&lt;#&gt;</a:t>
            </a:fld>
          </a:p>
        </p:txBody>
      </p:sp>
    </p:spTree>
  </p:cSld>
</p:sldLayout>
</file>

<file path=ppt/slideLayouts/slideLayout1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26E6E486-17AD-47BB-8DA2-B0BB709C66F0}" type="slidenum">
              <a:t>&lt;#&gt;</a:t>
            </a:fld>
          </a:p>
        </p:txBody>
      </p:sp>
    </p:spTree>
  </p:cSld>
</p:sldLayout>
</file>

<file path=ppt/slideLayouts/slideLayout1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PlaceHolder 1"/>
          <p:cNvSpPr>
            <a:spLocks noGrp="1"/>
          </p:cNvSpPr>
          <p:nvPr>
            <p:ph type="subTitle"/>
          </p:nvPr>
        </p:nvSpPr>
        <p:spPr>
          <a:xfrm>
            <a:off x="365400" y="2025000"/>
            <a:ext cx="6629760" cy="74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6F7A4388-CA38-40B8-8040-EA516D6811D2}" type="slidenum">
              <a:t>&lt;#&gt;</a:t>
            </a:fld>
          </a:p>
        </p:txBody>
      </p:sp>
    </p:spTree>
  </p:cSld>
</p:sldLayout>
</file>

<file path=ppt/slideLayouts/slideLayout1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6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4F831804-B381-484F-A8C6-E7686FF2CCFE}" type="slidenum">
              <a:t>&lt;#&gt;</a:t>
            </a:fld>
          </a:p>
        </p:txBody>
      </p:sp>
    </p:spTree>
  </p:cSld>
</p:sldLayout>
</file>

<file path=ppt/slideLayouts/slideLayout1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6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45DCC99B-8CDD-4932-87AD-4C9ADCC1593C}" type="slidenum">
              <a:t>&lt;#&gt;</a:t>
            </a:fld>
          </a:p>
        </p:txBody>
      </p:sp>
    </p:spTree>
  </p:cSld>
</p:sldLayout>
</file>

<file path=ppt/slideLayouts/slideLayout1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7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AB056171-C117-455F-87D0-E1BB20106159}" type="slidenum">
              <a:t>&lt;#&gt;</a:t>
            </a:fld>
          </a:p>
        </p:txBody>
      </p:sp>
    </p:spTree>
  </p:cSld>
</p:sldLayout>
</file>

<file path=ppt/slideLayouts/slideLayout1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7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7B0DC1EF-58D6-45A3-8904-FCD09417252D}" type="slidenum">
              <a:t>&lt;#&gt;</a:t>
            </a:fld>
          </a:p>
        </p:txBody>
      </p:sp>
    </p:spTree>
  </p:cSld>
</p:sldLayout>
</file>

<file path=ppt/slideLayouts/slideLayout1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7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7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7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7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56C0308F-9307-4027-9EE7-C584439FEF5C}" type="slidenum">
              <a:t>&lt;#&gt;</a:t>
            </a:fld>
          </a:p>
        </p:txBody>
      </p:sp>
    </p:spTree>
  </p:cSld>
</p:sldLayout>
</file>

<file path=ppt/slideLayouts/slideLayout1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8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81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82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8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84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85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9ED4E231-0D69-4724-8491-C042CAFFCC3C}" type="slidenum">
              <a:t>&lt;#&gt;</a:t>
            </a:fld>
          </a:p>
        </p:txBody>
      </p:sp>
    </p:spTree>
  </p:cSld>
</p:sldLayout>
</file>

<file path=ppt/slideLayouts/slideLayout1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52E081A-CC3A-4C65-A7F6-F11D4CFA4F41}" type="slidenum">
              <a:t>&lt;#&gt;</a:t>
            </a:fld>
          </a:p>
        </p:txBody>
      </p:sp>
    </p:spTree>
  </p:cSld>
</p:sldLayout>
</file>

<file path=ppt/slideLayouts/slideLayout1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9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4CC87DE-24EE-40C6-A008-0B471F89ADC0}" type="slidenum">
              <a:t>&lt;#&gt;</a:t>
            </a:fld>
          </a:p>
        </p:txBody>
      </p:sp>
    </p:spTree>
  </p:cSld>
</p:sldLayout>
</file>

<file path=ppt/slideLayouts/slideLayout1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9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4C4583B8-CC71-4501-A1A4-56CD56BFF8BD}" type="slidenum">
              <a:t>&lt;#&gt;</a:t>
            </a:fld>
          </a:p>
        </p:txBody>
      </p:sp>
    </p:spTree>
  </p:cSld>
</p:sldLayout>
</file>

<file path=ppt/slideLayouts/slideLayout1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1D416473-1CD9-43B1-92B0-CDC6BAF806C1}" type="slidenum">
              <a:t>&lt;#&gt;</a:t>
            </a:fld>
          </a:p>
        </p:txBody>
      </p:sp>
    </p:spTree>
  </p:cSld>
</p:sldLayout>
</file>

<file path=ppt/slideLayouts/slideLayout1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24BE6CC-121B-47E8-A9DD-C5A599286962}" type="slidenum">
              <a:t>&lt;#&gt;</a:t>
            </a:fld>
          </a:p>
        </p:txBody>
      </p:sp>
    </p:spTree>
  </p:cSld>
</p:sldLayout>
</file>

<file path=ppt/slideLayouts/slideLayout1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/>
          </p:cNvSpPr>
          <p:nvPr>
            <p:ph type="subTitle"/>
          </p:nvPr>
        </p:nvSpPr>
        <p:spPr>
          <a:xfrm>
            <a:off x="365400" y="2025000"/>
            <a:ext cx="6629760" cy="74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9D9FCF42-2783-4C3A-9231-E0C7D0DE2471}" type="slidenum">
              <a:t>&lt;#&gt;</a:t>
            </a:fld>
          </a:p>
        </p:txBody>
      </p:sp>
    </p:spTree>
  </p:cSld>
</p:sldLayout>
</file>

<file path=ppt/slideLayouts/slideLayout1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0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0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0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D21119DE-21ED-4C9E-9F3A-340E6B1ED0DE}" type="slidenum">
              <a:t>&lt;#&gt;</a:t>
            </a:fld>
          </a:p>
        </p:txBody>
      </p:sp>
    </p:spTree>
  </p:cSld>
</p:sldLayout>
</file>

<file path=ppt/slideLayouts/slideLayout1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0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0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6F70352-433E-4CE0-BA0B-CDC1FF0D0866}" type="slidenum">
              <a:t>&lt;#&gt;</a:t>
            </a:fld>
          </a:p>
        </p:txBody>
      </p:sp>
    </p:spTree>
  </p:cSld>
</p:sldLayout>
</file>

<file path=ppt/slideLayouts/slideLayout1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1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8434253F-0149-43A6-B8FA-8E1F423D2090}" type="slidenum">
              <a:t>&lt;#&gt;</a:t>
            </a:fld>
          </a:p>
        </p:txBody>
      </p:sp>
    </p:spTree>
  </p:cSld>
</p:sldLayout>
</file>

<file path=ppt/slideLayouts/slideLayout1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1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FA1FF31-A25B-475D-9F64-7E190EAA8645}" type="slidenum">
              <a:t>&lt;#&gt;</a:t>
            </a:fld>
          </a:p>
        </p:txBody>
      </p:sp>
    </p:spTree>
  </p:cSld>
</p:sldLayout>
</file>

<file path=ppt/slideLayouts/slideLayout1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1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1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1DE6C241-FB29-4781-86D5-1553F1092D43}" type="slidenum">
              <a:t>&lt;#&gt;</a:t>
            </a:fld>
          </a:p>
        </p:txBody>
      </p:sp>
    </p:spTree>
  </p:cSld>
</p:sldLayout>
</file>

<file path=ppt/slideLayouts/slideLayout1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3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4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6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7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C72B375-AE87-4DAC-9E5A-6AA1D3FC24B2}" type="slidenum">
              <a:t>&lt;#&gt;</a:t>
            </a:fld>
          </a:p>
        </p:txBody>
      </p:sp>
    </p:spTree>
  </p:cSld>
</p:sldLayout>
</file>

<file path=ppt/slideLayouts/slideLayout1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B5BAA09-A5B8-4FA7-8E6F-D41EDDB4B33F}" type="slidenum">
              <a:t>&lt;#&gt;</a:t>
            </a:fld>
          </a:p>
        </p:txBody>
      </p:sp>
    </p:spTree>
  </p:cSld>
</p:sldLayout>
</file>

<file path=ppt/slideLayouts/slideLayout1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3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126FDA3-7383-47E1-A0A0-9A672050B8A1}" type="slidenum">
              <a:t>&lt;#&gt;</a:t>
            </a:fld>
          </a:p>
        </p:txBody>
      </p:sp>
    </p:spTree>
  </p:cSld>
</p:sldLayout>
</file>

<file path=ppt/slideLayouts/slideLayout1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EDDD7E0-285F-457D-9BA8-40716494458C}" type="slidenum">
              <a:t>&lt;#&gt;</a:t>
            </a:fld>
          </a:p>
        </p:txBody>
      </p:sp>
    </p:spTree>
  </p:cSld>
</p:sldLayout>
</file>

<file path=ppt/slideLayouts/slideLayout1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4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ED9DD2A-B431-41D9-B922-1D601A7E1C00}" type="slidenum">
              <a:t>&lt;#&gt;</a:t>
            </a:fld>
          </a:p>
        </p:txBody>
      </p:sp>
    </p:spTree>
  </p:cSld>
</p:sldLayout>
</file>

<file path=ppt/slideLayouts/slideLayout1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7428856-0678-4060-904C-BBB192899CCA}" type="slidenum">
              <a:t>&lt;#&gt;</a:t>
            </a:fld>
          </a:p>
        </p:txBody>
      </p:sp>
    </p:spTree>
  </p:cSld>
</p:sldLayout>
</file>

<file path=ppt/slideLayouts/slideLayout1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/>
          </p:cNvSpPr>
          <p:nvPr>
            <p:ph type="subTitle"/>
          </p:nvPr>
        </p:nvSpPr>
        <p:spPr>
          <a:xfrm>
            <a:off x="365400" y="2025000"/>
            <a:ext cx="6629760" cy="74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036A10B-FE54-4A2C-B025-D30A5AE3FE01}" type="slidenum">
              <a:t>&lt;#&gt;</a:t>
            </a:fld>
          </a:p>
        </p:txBody>
      </p:sp>
    </p:spTree>
  </p:cSld>
</p:sldLayout>
</file>

<file path=ppt/slideLayouts/slideLayout1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4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4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D16AF50-82EE-4A93-90E2-0D36FB0402B8}" type="slidenum">
              <a:t>&lt;#&gt;</a:t>
            </a:fld>
          </a:p>
        </p:txBody>
      </p:sp>
    </p:spTree>
  </p:cSld>
</p:sldLayout>
</file>

<file path=ppt/slideLayouts/slideLayout1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4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5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16428A6-282F-4617-88B0-AE15539E1FFB}" type="slidenum">
              <a:t>&lt;#&gt;</a:t>
            </a:fld>
          </a:p>
        </p:txBody>
      </p:sp>
    </p:spTree>
  </p:cSld>
</p:sldLayout>
</file>

<file path=ppt/slideLayouts/slideLayout1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5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5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AEDA277-76FB-48A3-B24C-24620E84BB31}" type="slidenum">
              <a:t>&lt;#&gt;</a:t>
            </a:fld>
          </a:p>
        </p:txBody>
      </p:sp>
    </p:spTree>
  </p:cSld>
</p:sldLayout>
</file>

<file path=ppt/slideLayouts/slideLayout1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5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ECC41A8-7D4D-45BC-BC1D-865A4463E817}" type="slidenum">
              <a:t>&lt;#&gt;</a:t>
            </a:fld>
          </a:p>
        </p:txBody>
      </p:sp>
    </p:spTree>
  </p:cSld>
</p:sldLayout>
</file>

<file path=ppt/slideLayouts/slideLayout1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5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6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6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6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9E0EA2E-EC04-4277-AFD3-400E21B5B1B0}" type="slidenum">
              <a:t>&lt;#&gt;</a:t>
            </a:fld>
          </a:p>
        </p:txBody>
      </p:sp>
    </p:spTree>
  </p:cSld>
</p:sldLayout>
</file>

<file path=ppt/slideLayouts/slideLayout1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65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66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6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68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69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A028E5A-9848-42AB-8CDD-17E02ABF3197}" type="slidenum">
              <a:t>&lt;#&gt;</a:t>
            </a:fld>
          </a:p>
        </p:txBody>
      </p:sp>
    </p:spTree>
  </p:cSld>
</p:sldLayout>
</file>

<file path=ppt/slideLayouts/slideLayout1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A5CDD089-29D9-4B40-B8F4-737EE13DF97F}" type="slidenum">
              <a:t>&lt;#&gt;</a:t>
            </a:fld>
          </a:p>
        </p:txBody>
      </p:sp>
    </p:spTree>
  </p:cSld>
</p:sldLayout>
</file>

<file path=ppt/slideLayouts/slideLayout1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7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7178BEE2-9675-4004-B696-80BD13252098}" type="slidenum">
              <a:t>&lt;#&gt;</a:t>
            </a:fld>
          </a:p>
        </p:txBody>
      </p:sp>
    </p:spTree>
  </p:cSld>
</p:sldLayout>
</file>

<file path=ppt/slideLayouts/slideLayout1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7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3C9CAA10-3C5F-4095-AA50-2309BA66F105}" type="slidenum">
              <a:t>&lt;#&gt;</a:t>
            </a:fld>
          </a:p>
        </p:txBody>
      </p:sp>
    </p:spTree>
  </p:cSld>
</p:sldLayout>
</file>

<file path=ppt/slideLayouts/slideLayout1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8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8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D90D546A-A269-4B7E-B925-ACAC0504790F}" type="slidenum">
              <a:t>&lt;#&gt;</a:t>
            </a:fld>
          </a:p>
        </p:txBody>
      </p:sp>
    </p:spTree>
  </p:cSld>
</p:sldLayout>
</file>

<file path=ppt/slideLayouts/slideLayout1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77F302F2-1D60-4A3D-8FE5-F03C67B98688}" type="slidenum">
              <a:t>&lt;#&gt;</a:t>
            </a:fld>
          </a:p>
        </p:txBody>
      </p:sp>
    </p:spTree>
  </p:cSld>
</p:sldLayout>
</file>

<file path=ppt/slideLayouts/slideLayout1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PlaceHolder 1"/>
          <p:cNvSpPr>
            <a:spLocks noGrp="1"/>
          </p:cNvSpPr>
          <p:nvPr>
            <p:ph type="subTitle"/>
          </p:nvPr>
        </p:nvSpPr>
        <p:spPr>
          <a:xfrm>
            <a:off x="365400" y="2025000"/>
            <a:ext cx="6629760" cy="74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FB6390FE-07B3-47B9-A635-62AC30106DB1}" type="slidenum">
              <a:t>&lt;#&gt;</a:t>
            </a:fld>
          </a:p>
        </p:txBody>
      </p:sp>
    </p:spTree>
  </p:cSld>
</p:sldLayout>
</file>

<file path=ppt/slideLayouts/slideLayout1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8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8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8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A562505B-1992-45E1-8574-696E3E36656D}" type="slidenum">
              <a:t>&lt;#&gt;</a:t>
            </a:fld>
          </a:p>
        </p:txBody>
      </p:sp>
    </p:spTree>
  </p:cSld>
</p:sldLayout>
</file>

<file path=ppt/slideLayouts/slideLayout2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9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9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9EBDC1B1-696E-40F0-8DEC-0C0C6F7C1660}" type="slidenum">
              <a:t>&lt;#&gt;</a:t>
            </a:fld>
          </a:p>
        </p:txBody>
      </p:sp>
    </p:spTree>
  </p:cSld>
</p:sldLayout>
</file>

<file path=ppt/slideLayouts/slideLayout2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9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9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673B8CD0-F8D2-4C41-A8F6-635C536E817C}" type="slidenum">
              <a:t>&lt;#&gt;</a:t>
            </a:fld>
          </a:p>
        </p:txBody>
      </p:sp>
    </p:spTree>
  </p:cSld>
</p:sldLayout>
</file>

<file path=ppt/slideLayouts/slideLayout2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9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BAF68610-11CB-4355-9CF8-8144DEAB16F6}" type="slidenum">
              <a:t>&lt;#&gt;</a:t>
            </a:fld>
          </a:p>
        </p:txBody>
      </p:sp>
    </p:spTree>
  </p:cSld>
</p:sldLayout>
</file>

<file path=ppt/slideLayouts/slideLayout2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0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0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25F010AF-DF42-406F-B268-E7C242C0F23D}" type="slidenum">
              <a:t>&lt;#&gt;</a:t>
            </a:fld>
          </a:p>
        </p:txBody>
      </p:sp>
    </p:spTree>
  </p:cSld>
</p:sldLayout>
</file>

<file path=ppt/slideLayouts/slideLayout2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0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07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08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0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10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11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57CA8FBD-D5FF-4E68-B8FB-22058FC8D171}" type="slidenum">
              <a:t>&lt;#&gt;</a:t>
            </a:fld>
          </a:p>
        </p:txBody>
      </p:sp>
    </p:spTree>
  </p:cSld>
</p:sldLayout>
</file>

<file path=ppt/slideLayouts/slideLayout2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F8C10C90-329B-47D6-822F-2464B638E94D}" type="slidenum">
              <a:t>&lt;#&gt;</a:t>
            </a:fld>
          </a:p>
        </p:txBody>
      </p:sp>
    </p:spTree>
  </p:cSld>
</p:sldLayout>
</file>

<file path=ppt/slideLayouts/slideLayout2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1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38204F13-447C-4876-B0A0-13011D4E6909}" type="slidenum">
              <a:t>&lt;#&gt;</a:t>
            </a:fld>
          </a:p>
        </p:txBody>
      </p:sp>
    </p:spTree>
  </p:cSld>
</p:sldLayout>
</file>

<file path=ppt/slideLayouts/slideLayout2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48516ED3-01E9-4AD3-B048-31896639948B}" type="slidenum">
              <a:t>&lt;#&gt;</a:t>
            </a:fld>
          </a:p>
        </p:txBody>
      </p:sp>
    </p:spTree>
  </p:cSld>
</p:sldLayout>
</file>

<file path=ppt/slideLayouts/slideLayout2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18663A7-5CC2-4AD7-993F-08CD23337B5A}" type="slidenum">
              <a:t>&lt;#&gt;</a:t>
            </a:fld>
          </a:p>
        </p:txBody>
      </p:sp>
    </p:spTree>
  </p:cSld>
</p:sldLayout>
</file>

<file path=ppt/slideLayouts/slideLayout2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6568AD44-3A45-467B-9177-A01797566433}" type="slidenum">
              <a:t>&lt;#&gt;</a:t>
            </a:fld>
          </a:p>
        </p:txBody>
      </p:sp>
    </p:spTree>
  </p:cSld>
</p:sldLayout>
</file>

<file path=ppt/slideLayouts/slideLayout2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/>
          </p:cNvSpPr>
          <p:nvPr>
            <p:ph type="subTitle"/>
          </p:nvPr>
        </p:nvSpPr>
        <p:spPr>
          <a:xfrm>
            <a:off x="365400" y="2025000"/>
            <a:ext cx="6629760" cy="74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94185D89-F43B-4EEA-83C1-F40AC2AB0EE1}" type="slidenum">
              <a:t>&lt;#&gt;</a:t>
            </a:fld>
          </a:p>
        </p:txBody>
      </p:sp>
    </p:spTree>
  </p:cSld>
</p:sldLayout>
</file>

<file path=ppt/slideLayouts/slideLayout2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2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3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0D0424CD-FFB6-4C42-B4CF-00869DF64A22}" type="slidenum">
              <a:t>&lt;#&gt;</a:t>
            </a:fld>
          </a:p>
        </p:txBody>
      </p:sp>
    </p:spTree>
  </p:cSld>
</p:sldLayout>
</file>

<file path=ppt/slideLayouts/slideLayout2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3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34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7A8817C7-529B-4AC9-BB2A-EF0DF1A46BD9}" type="slidenum">
              <a:t>&lt;#&gt;</a:t>
            </a:fld>
          </a:p>
        </p:txBody>
      </p:sp>
    </p:spTree>
  </p:cSld>
</p:sldLayout>
</file>

<file path=ppt/slideLayouts/slideLayout2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3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4B8CF7EA-EFB8-4DDF-B001-CB8D7341634A}" type="slidenum">
              <a:t>&lt;#&gt;</a:t>
            </a:fld>
          </a:p>
        </p:txBody>
      </p:sp>
    </p:spTree>
  </p:cSld>
</p:sldLayout>
</file>

<file path=ppt/slideLayouts/slideLayout2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4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4A737296-1324-4EF5-BCEB-3BCA02EE7C66}" type="slidenum">
              <a:t>&lt;#&gt;</a:t>
            </a:fld>
          </a:p>
        </p:txBody>
      </p:sp>
    </p:spTree>
  </p:cSld>
</p:sldLayout>
</file>

<file path=ppt/slideLayouts/slideLayout2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4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4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46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EAA621F5-2F2C-4541-B5F3-3E2767013E00}" type="slidenum">
              <a:t>&lt;#&gt;</a:t>
            </a:fld>
          </a:p>
        </p:txBody>
      </p:sp>
    </p:spTree>
  </p:cSld>
</p:sldLayout>
</file>

<file path=ppt/slideLayouts/slideLayout2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49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50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5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52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53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885347DA-A763-4A22-9669-A8B8D6974DCB}" type="slidenum">
              <a:t>&lt;#&gt;</a:t>
            </a:fld>
          </a:p>
        </p:txBody>
      </p:sp>
    </p:spTree>
  </p:cSld>
</p:sldLayout>
</file>

<file path=ppt/slideLayouts/slideLayout2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6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PlaceHolder 1"/>
          <p:cNvSpPr>
            <a:spLocks noGrp="1"/>
          </p:cNvSpPr>
          <p:nvPr>
            <p:ph type="subTitle"/>
          </p:nvPr>
        </p:nvSpPr>
        <p:spPr>
          <a:xfrm>
            <a:off x="365400" y="2025000"/>
            <a:ext cx="6629760" cy="74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7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7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7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7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8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8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8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8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8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8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8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205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9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92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93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94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95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96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6.xml"/><Relationship Id="rId9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85.xml"/><Relationship Id="rId4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7.xml"/><Relationship Id="rId6" Type="http://schemas.openxmlformats.org/officeDocument/2006/relationships/slideLayout" Target="../slideLayouts/slideLayout88.xml"/><Relationship Id="rId7" Type="http://schemas.openxmlformats.org/officeDocument/2006/relationships/slideLayout" Target="../slideLayouts/slideLayout89.xml"/><Relationship Id="rId8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3.xml"/><Relationship Id="rId12" Type="http://schemas.openxmlformats.org/officeDocument/2006/relationships/slideLayout" Target="../slideLayouts/slideLayout94.xml"/><Relationship Id="rId13" Type="http://schemas.openxmlformats.org/officeDocument/2006/relationships/slideLayout" Target="../slideLayouts/slideLayout95.xml"/><Relationship Id="rId14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0.xml"/><Relationship Id="rId7" Type="http://schemas.openxmlformats.org/officeDocument/2006/relationships/slideLayout" Target="../slideLayouts/slideLayout101.xml"/><Relationship Id="rId8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3.xml"/><Relationship Id="rId10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06.xml"/><Relationship Id="rId13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08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5.xml"/><Relationship Id="rId8" Type="http://schemas.openxmlformats.org/officeDocument/2006/relationships/slideLayout" Target="../slideLayouts/slideLayout126.xml"/><Relationship Id="rId9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28.xml"/><Relationship Id="rId11" Type="http://schemas.openxmlformats.org/officeDocument/2006/relationships/slideLayout" Target="../slideLayouts/slideLayout129.xml"/><Relationship Id="rId12" Type="http://schemas.openxmlformats.org/officeDocument/2006/relationships/slideLayout" Target="../slideLayouts/slideLayout130.xml"/><Relationship Id="rId13" Type="http://schemas.openxmlformats.org/officeDocument/2006/relationships/slideLayout" Target="../slideLayouts/slideLayout131.xml"/><Relationship Id="rId14" Type="http://schemas.openxmlformats.org/officeDocument/2006/relationships/slideLayout" Target="../slideLayouts/slideLayout13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33.xml"/><Relationship Id="rId4" Type="http://schemas.openxmlformats.org/officeDocument/2006/relationships/slideLayout" Target="../slideLayouts/slideLayout134.xml"/><Relationship Id="rId5" Type="http://schemas.openxmlformats.org/officeDocument/2006/relationships/slideLayout" Target="../slideLayouts/slideLayout135.xml"/><Relationship Id="rId6" Type="http://schemas.openxmlformats.org/officeDocument/2006/relationships/slideLayout" Target="../slideLayouts/slideLayout136.xml"/><Relationship Id="rId7" Type="http://schemas.openxmlformats.org/officeDocument/2006/relationships/slideLayout" Target="../slideLayouts/slideLayout137.xml"/><Relationship Id="rId8" Type="http://schemas.openxmlformats.org/officeDocument/2006/relationships/slideLayout" Target="../slideLayouts/slideLayout138.xml"/><Relationship Id="rId9" Type="http://schemas.openxmlformats.org/officeDocument/2006/relationships/slideLayout" Target="../slideLayouts/slideLayout139.xml"/><Relationship Id="rId10" Type="http://schemas.openxmlformats.org/officeDocument/2006/relationships/slideLayout" Target="../slideLayouts/slideLayout140.xml"/><Relationship Id="rId11" Type="http://schemas.openxmlformats.org/officeDocument/2006/relationships/slideLayout" Target="../slideLayouts/slideLayout141.xml"/><Relationship Id="rId12" Type="http://schemas.openxmlformats.org/officeDocument/2006/relationships/slideLayout" Target="../slideLayouts/slideLayout142.xml"/><Relationship Id="rId13" Type="http://schemas.openxmlformats.org/officeDocument/2006/relationships/slideLayout" Target="../slideLayouts/slideLayout143.xml"/><Relationship Id="rId14" Type="http://schemas.openxmlformats.org/officeDocument/2006/relationships/slideLayout" Target="../slideLayouts/slideLayout144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57.xml"/><Relationship Id="rId4" Type="http://schemas.openxmlformats.org/officeDocument/2006/relationships/slideLayout" Target="../slideLayouts/slideLayout158.xml"/><Relationship Id="rId5" Type="http://schemas.openxmlformats.org/officeDocument/2006/relationships/slideLayout" Target="../slideLayouts/slideLayout159.xml"/><Relationship Id="rId6" Type="http://schemas.openxmlformats.org/officeDocument/2006/relationships/slideLayout" Target="../slideLayouts/slideLayout160.xml"/><Relationship Id="rId7" Type="http://schemas.openxmlformats.org/officeDocument/2006/relationships/slideLayout" Target="../slideLayouts/slideLayout161.xml"/><Relationship Id="rId8" Type="http://schemas.openxmlformats.org/officeDocument/2006/relationships/slideLayout" Target="../slideLayouts/slideLayout162.xml"/><Relationship Id="rId9" Type="http://schemas.openxmlformats.org/officeDocument/2006/relationships/slideLayout" Target="../slideLayouts/slideLayout163.xml"/><Relationship Id="rId10" Type="http://schemas.openxmlformats.org/officeDocument/2006/relationships/slideLayout" Target="../slideLayouts/slideLayout164.xml"/><Relationship Id="rId11" Type="http://schemas.openxmlformats.org/officeDocument/2006/relationships/slideLayout" Target="../slideLayouts/slideLayout165.xml"/><Relationship Id="rId12" Type="http://schemas.openxmlformats.org/officeDocument/2006/relationships/slideLayout" Target="../slideLayouts/slideLayout166.xml"/><Relationship Id="rId13" Type="http://schemas.openxmlformats.org/officeDocument/2006/relationships/slideLayout" Target="../slideLayouts/slideLayout167.xml"/><Relationship Id="rId14" Type="http://schemas.openxmlformats.org/officeDocument/2006/relationships/slideLayout" Target="../slideLayouts/slideLayout168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69.xml"/><Relationship Id="rId4" Type="http://schemas.openxmlformats.org/officeDocument/2006/relationships/slideLayout" Target="../slideLayouts/slideLayout170.xml"/><Relationship Id="rId5" Type="http://schemas.openxmlformats.org/officeDocument/2006/relationships/slideLayout" Target="../slideLayouts/slideLayout171.xml"/><Relationship Id="rId6" Type="http://schemas.openxmlformats.org/officeDocument/2006/relationships/slideLayout" Target="../slideLayouts/slideLayout172.xml"/><Relationship Id="rId7" Type="http://schemas.openxmlformats.org/officeDocument/2006/relationships/slideLayout" Target="../slideLayouts/slideLayout173.xml"/><Relationship Id="rId8" Type="http://schemas.openxmlformats.org/officeDocument/2006/relationships/slideLayout" Target="../slideLayouts/slideLayout174.xml"/><Relationship Id="rId9" Type="http://schemas.openxmlformats.org/officeDocument/2006/relationships/slideLayout" Target="../slideLayouts/slideLayout175.xml"/><Relationship Id="rId10" Type="http://schemas.openxmlformats.org/officeDocument/2006/relationships/slideLayout" Target="../slideLayouts/slideLayout176.xml"/><Relationship Id="rId11" Type="http://schemas.openxmlformats.org/officeDocument/2006/relationships/slideLayout" Target="../slideLayouts/slideLayout177.xml"/><Relationship Id="rId12" Type="http://schemas.openxmlformats.org/officeDocument/2006/relationships/slideLayout" Target="../slideLayouts/slideLayout178.xml"/><Relationship Id="rId13" Type="http://schemas.openxmlformats.org/officeDocument/2006/relationships/slideLayout" Target="../slideLayouts/slideLayout179.xml"/><Relationship Id="rId14" Type="http://schemas.openxmlformats.org/officeDocument/2006/relationships/slideLayout" Target="../slideLayouts/slideLayout180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93.xml"/><Relationship Id="rId4" Type="http://schemas.openxmlformats.org/officeDocument/2006/relationships/slideLayout" Target="../slideLayouts/slideLayout194.xml"/><Relationship Id="rId5" Type="http://schemas.openxmlformats.org/officeDocument/2006/relationships/slideLayout" Target="../slideLayouts/slideLayout195.xml"/><Relationship Id="rId6" Type="http://schemas.openxmlformats.org/officeDocument/2006/relationships/slideLayout" Target="../slideLayouts/slideLayout196.xml"/><Relationship Id="rId7" Type="http://schemas.openxmlformats.org/officeDocument/2006/relationships/slideLayout" Target="../slideLayouts/slideLayout197.xml"/><Relationship Id="rId8" Type="http://schemas.openxmlformats.org/officeDocument/2006/relationships/slideLayout" Target="../slideLayouts/slideLayout198.xml"/><Relationship Id="rId9" Type="http://schemas.openxmlformats.org/officeDocument/2006/relationships/slideLayout" Target="../slideLayouts/slideLayout199.xml"/><Relationship Id="rId10" Type="http://schemas.openxmlformats.org/officeDocument/2006/relationships/slideLayout" Target="../slideLayouts/slideLayout200.xml"/><Relationship Id="rId11" Type="http://schemas.openxmlformats.org/officeDocument/2006/relationships/slideLayout" Target="../slideLayouts/slideLayout201.xml"/><Relationship Id="rId12" Type="http://schemas.openxmlformats.org/officeDocument/2006/relationships/slideLayout" Target="../slideLayouts/slideLayout202.xml"/><Relationship Id="rId13" Type="http://schemas.openxmlformats.org/officeDocument/2006/relationships/slideLayout" Target="../slideLayouts/slideLayout203.xml"/><Relationship Id="rId14" Type="http://schemas.openxmlformats.org/officeDocument/2006/relationships/slideLayout" Target="../slideLayouts/slideLayout204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205.xml"/><Relationship Id="rId4" Type="http://schemas.openxmlformats.org/officeDocument/2006/relationships/slideLayout" Target="../slideLayouts/slideLayout206.xml"/><Relationship Id="rId5" Type="http://schemas.openxmlformats.org/officeDocument/2006/relationships/slideLayout" Target="../slideLayouts/slideLayout207.xml"/><Relationship Id="rId6" Type="http://schemas.openxmlformats.org/officeDocument/2006/relationships/slideLayout" Target="../slideLayouts/slideLayout208.xml"/><Relationship Id="rId7" Type="http://schemas.openxmlformats.org/officeDocument/2006/relationships/slideLayout" Target="../slideLayouts/slideLayout209.xml"/><Relationship Id="rId8" Type="http://schemas.openxmlformats.org/officeDocument/2006/relationships/slideLayout" Target="../slideLayouts/slideLayout210.xml"/><Relationship Id="rId9" Type="http://schemas.openxmlformats.org/officeDocument/2006/relationships/slideLayout" Target="../slideLayouts/slideLayout211.xml"/><Relationship Id="rId10" Type="http://schemas.openxmlformats.org/officeDocument/2006/relationships/slideLayout" Target="../slideLayouts/slideLayout212.xml"/><Relationship Id="rId11" Type="http://schemas.openxmlformats.org/officeDocument/2006/relationships/slideLayout" Target="../slideLayouts/slideLayout213.xml"/><Relationship Id="rId12" Type="http://schemas.openxmlformats.org/officeDocument/2006/relationships/slideLayout" Target="../slideLayouts/slideLayout214.xml"/><Relationship Id="rId13" Type="http://schemas.openxmlformats.org/officeDocument/2006/relationships/slideLayout" Target="../slideLayouts/slideLayout215.xml"/><Relationship Id="rId14" Type="http://schemas.openxmlformats.org/officeDocument/2006/relationships/slideLayout" Target="../slideLayouts/slideLayout216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217.xml"/><Relationship Id="rId5" Type="http://schemas.openxmlformats.org/officeDocument/2006/relationships/slideLayout" Target="../slideLayouts/slideLayout218.xml"/><Relationship Id="rId6" Type="http://schemas.openxmlformats.org/officeDocument/2006/relationships/slideLayout" Target="../slideLayouts/slideLayout219.xml"/><Relationship Id="rId7" Type="http://schemas.openxmlformats.org/officeDocument/2006/relationships/slideLayout" Target="../slideLayouts/slideLayout220.xml"/><Relationship Id="rId8" Type="http://schemas.openxmlformats.org/officeDocument/2006/relationships/slideLayout" Target="../slideLayouts/slideLayout221.xml"/><Relationship Id="rId9" Type="http://schemas.openxmlformats.org/officeDocument/2006/relationships/slideLayout" Target="../slideLayouts/slideLayout222.xml"/><Relationship Id="rId10" Type="http://schemas.openxmlformats.org/officeDocument/2006/relationships/slideLayout" Target="../slideLayouts/slideLayout223.xml"/><Relationship Id="rId11" Type="http://schemas.openxmlformats.org/officeDocument/2006/relationships/slideLayout" Target="../slideLayouts/slideLayout224.xml"/><Relationship Id="rId12" Type="http://schemas.openxmlformats.org/officeDocument/2006/relationships/slideLayout" Target="../slideLayouts/slideLayout225.xml"/><Relationship Id="rId13" Type="http://schemas.openxmlformats.org/officeDocument/2006/relationships/slideLayout" Target="../slideLayouts/slideLayout226.xml"/><Relationship Id="rId14" Type="http://schemas.openxmlformats.org/officeDocument/2006/relationships/slideLayout" Target="../slideLayouts/slideLayout227.xml"/><Relationship Id="rId15" Type="http://schemas.openxmlformats.org/officeDocument/2006/relationships/slideLayout" Target="../slideLayouts/slideLayout22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deee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aff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7"/>
          <p:cNvSpPr/>
          <p:nvPr/>
        </p:nvSpPr>
        <p:spPr>
          <a:xfrm>
            <a:off x="380520" y="6323760"/>
            <a:ext cx="36478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e2841"/>
                </a:solidFill>
                <a:latin typeface="Arial"/>
              </a:rPr>
              <a:t>© 2026 Persistent Systems  |  Proprietary &amp; Confidential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65400" y="203868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ts val="5199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021e42"/>
                </a:solidFill>
                <a:latin typeface="Arial"/>
              </a:rPr>
              <a:t>Click to edit Master </a:t>
            </a:r>
            <a:r>
              <a:rPr b="1" lang="en-US" sz="4400" spc="-1" strike="noStrike">
                <a:solidFill>
                  <a:srgbClr val="021e42"/>
                </a:solidFill>
                <a:latin typeface="Arial"/>
              </a:rPr>
              <a:t>title style two lines</a:t>
            </a:r>
            <a:endParaRPr b="0" lang="en-US" sz="4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1"/>
          </p:nvPr>
        </p:nvSpPr>
        <p:spPr>
          <a:xfrm>
            <a:off x="365400" y="4128120"/>
            <a:ext cx="3663000" cy="324720"/>
          </a:xfrm>
          <a:prstGeom prst="rect">
            <a:avLst/>
          </a:prstGeom>
          <a:noFill/>
          <a:ln w="0">
            <a:noFill/>
          </a:ln>
        </p:spPr>
        <p:txBody>
          <a:bodyPr lIns="0" anchor="ctr">
            <a:noAutofit/>
          </a:bodyPr>
          <a:lstStyle>
            <a:lvl1pPr>
              <a:lnSpc>
                <a:spcPct val="100000"/>
              </a:lnSpc>
              <a:buNone/>
              <a:defRPr b="0" lang="en-US" sz="1600" spc="-1" strike="noStrike">
                <a:solidFill>
                  <a:srgbClr val="797c82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797c82"/>
                </a:solidFill>
                <a:latin typeface="Arial"/>
              </a:rPr>
              <a:t>&lt;date/time&gt;</a:t>
            </a:r>
            <a:endParaRPr b="0" lang="en-IN" sz="1600" spc="-1" strike="noStrike">
              <a:latin typeface="Times New Roman"/>
            </a:endParaRPr>
          </a:p>
        </p:txBody>
      </p:sp>
      <p:pic>
        <p:nvPicPr>
          <p:cNvPr id="43" name="Picture 1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365400" y="380880"/>
            <a:ext cx="2738880" cy="640440"/>
          </a:xfrm>
          <a:prstGeom prst="rect">
            <a:avLst/>
          </a:prstGeom>
          <a:ln w="0">
            <a:noFill/>
          </a:ln>
        </p:spPr>
      </p:pic>
      <p:pic>
        <p:nvPicPr>
          <p:cNvPr id="44" name="Picture 2" descr=""/>
          <p:cNvPicPr/>
          <p:nvPr/>
        </p:nvPicPr>
        <p:blipFill>
          <a:blip r:embed="rId3"/>
          <a:srcRect l="0" t="3612" r="0" b="32455"/>
          <a:stretch/>
        </p:blipFill>
        <p:spPr>
          <a:xfrm>
            <a:off x="4182120" y="-17640"/>
            <a:ext cx="7627680" cy="6892560"/>
          </a:xfrm>
          <a:prstGeom prst="rect">
            <a:avLst/>
          </a:prstGeom>
          <a:ln w="0">
            <a:noFill/>
          </a:ln>
        </p:spPr>
      </p:pic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72080" cy="3977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365400" y="365760"/>
            <a:ext cx="11459880" cy="700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Cl</a:t>
            </a: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ic</a:t>
            </a: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k </a:t>
            </a: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to </a:t>
            </a: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e</a:t>
            </a: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di</a:t>
            </a: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t </a:t>
            </a: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M</a:t>
            </a: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a</a:t>
            </a: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st</a:t>
            </a: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er </a:t>
            </a: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ti</a:t>
            </a: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tl</a:t>
            </a: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e </a:t>
            </a: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st</a:t>
            </a: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yl</a:t>
            </a: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e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2"/>
          </p:nvPr>
        </p:nvSpPr>
        <p:spPr>
          <a:xfrm>
            <a:off x="382320" y="6279840"/>
            <a:ext cx="3183120" cy="300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97c82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999B854-4338-43FF-B195-6671B2B42960}" type="slidenum">
              <a:rPr b="0" lang="en-US" sz="1200" spc="-1" strike="noStrike">
                <a:solidFill>
                  <a:srgbClr val="797c82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pic>
        <p:nvPicPr>
          <p:cNvPr id="84" name="Picture 3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60280" y="6227280"/>
            <a:ext cx="1648440" cy="385560"/>
          </a:xfrm>
          <a:prstGeom prst="rect">
            <a:avLst/>
          </a:prstGeom>
          <a:ln w="0">
            <a:noFill/>
          </a:ln>
        </p:spPr>
      </p:pic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36540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body"/>
          </p:nvPr>
        </p:nvSpPr>
        <p:spPr>
          <a:xfrm>
            <a:off x="62175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87" name="Straight Connector 2"/>
          <p:cNvSpPr/>
          <p:nvPr/>
        </p:nvSpPr>
        <p:spPr>
          <a:xfrm>
            <a:off x="6095520" y="1345320"/>
            <a:ext cx="360" cy="4661640"/>
          </a:xfrm>
          <a:prstGeom prst="line">
            <a:avLst/>
          </a:prstGeom>
          <a:ln w="12600">
            <a:solidFill>
              <a:srgbClr val="e97132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365400" y="365760"/>
            <a:ext cx="11459880" cy="700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Click to edit Master title style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sldNum" idx="3"/>
          </p:nvPr>
        </p:nvSpPr>
        <p:spPr>
          <a:xfrm>
            <a:off x="382320" y="6279840"/>
            <a:ext cx="3183120" cy="300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97c82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BC5159E-52F0-4E90-8DC8-E99E7D387740}" type="slidenum">
              <a:rPr b="0" lang="en-US" sz="1200" spc="-1" strike="noStrike">
                <a:solidFill>
                  <a:srgbClr val="797c82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pic>
        <p:nvPicPr>
          <p:cNvPr id="126" name="Picture 3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60280" y="6227280"/>
            <a:ext cx="1648440" cy="385560"/>
          </a:xfrm>
          <a:prstGeom prst="rect">
            <a:avLst/>
          </a:prstGeom>
          <a:ln w="0">
            <a:noFill/>
          </a:ln>
        </p:spPr>
      </p:pic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36540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62175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29" name="Straight Connector 2"/>
          <p:cNvSpPr/>
          <p:nvPr/>
        </p:nvSpPr>
        <p:spPr>
          <a:xfrm>
            <a:off x="6095520" y="1345320"/>
            <a:ext cx="360" cy="4661640"/>
          </a:xfrm>
          <a:prstGeom prst="line">
            <a:avLst/>
          </a:prstGeom>
          <a:ln w="12600">
            <a:solidFill>
              <a:srgbClr val="e97132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365400" y="365760"/>
            <a:ext cx="11459880" cy="700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Click to edit Master title style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sldNum" idx="4"/>
          </p:nvPr>
        </p:nvSpPr>
        <p:spPr>
          <a:xfrm>
            <a:off x="382320" y="6279840"/>
            <a:ext cx="3183120" cy="300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97c82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40B185B-1626-4C3B-ADAB-F3CFFCEA7FC7}" type="slidenum">
              <a:rPr b="0" lang="en-US" sz="1200" spc="-1" strike="noStrike">
                <a:solidFill>
                  <a:srgbClr val="797c82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pic>
        <p:nvPicPr>
          <p:cNvPr id="168" name="Picture 3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60280" y="6227280"/>
            <a:ext cx="1648440" cy="385560"/>
          </a:xfrm>
          <a:prstGeom prst="rect">
            <a:avLst/>
          </a:prstGeom>
          <a:ln w="0">
            <a:noFill/>
          </a:ln>
        </p:spPr>
      </p:pic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36540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body"/>
          </p:nvPr>
        </p:nvSpPr>
        <p:spPr>
          <a:xfrm>
            <a:off x="62175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71" name="Straight Connector 2"/>
          <p:cNvSpPr/>
          <p:nvPr/>
        </p:nvSpPr>
        <p:spPr>
          <a:xfrm>
            <a:off x="6095520" y="1345320"/>
            <a:ext cx="360" cy="4661640"/>
          </a:xfrm>
          <a:prstGeom prst="line">
            <a:avLst/>
          </a:prstGeom>
          <a:ln w="12600">
            <a:solidFill>
              <a:srgbClr val="e97132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365400" y="365760"/>
            <a:ext cx="11459880" cy="700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Click to edit Master title style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sldNum" idx="5"/>
          </p:nvPr>
        </p:nvSpPr>
        <p:spPr>
          <a:xfrm>
            <a:off x="382320" y="6279840"/>
            <a:ext cx="3183120" cy="300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97c82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601FA3C-0DCF-4AF8-8AAC-D7B77E3BF4DC}" type="slidenum">
              <a:rPr b="0" lang="en-US" sz="1200" spc="-1" strike="noStrike">
                <a:solidFill>
                  <a:srgbClr val="797c82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pic>
        <p:nvPicPr>
          <p:cNvPr id="210" name="Picture 3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60280" y="6227280"/>
            <a:ext cx="1648440" cy="385560"/>
          </a:xfrm>
          <a:prstGeom prst="rect">
            <a:avLst/>
          </a:prstGeom>
          <a:ln w="0">
            <a:noFill/>
          </a:ln>
        </p:spPr>
      </p:pic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36540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body"/>
          </p:nvPr>
        </p:nvSpPr>
        <p:spPr>
          <a:xfrm>
            <a:off x="62175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13" name="Straight Connector 2"/>
          <p:cNvSpPr/>
          <p:nvPr/>
        </p:nvSpPr>
        <p:spPr>
          <a:xfrm>
            <a:off x="6095520" y="1345320"/>
            <a:ext cx="360" cy="4661640"/>
          </a:xfrm>
          <a:prstGeom prst="line">
            <a:avLst/>
          </a:prstGeom>
          <a:ln w="12600">
            <a:solidFill>
              <a:srgbClr val="e97132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365400" y="365760"/>
            <a:ext cx="11459880" cy="700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Click to edit Master title style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sldNum" idx="6"/>
          </p:nvPr>
        </p:nvSpPr>
        <p:spPr>
          <a:xfrm>
            <a:off x="382320" y="6279840"/>
            <a:ext cx="3183120" cy="300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97c82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A29896D-3B05-4FFE-A361-989DA2ACFF0F}" type="slidenum">
              <a:rPr b="0" lang="en-US" sz="1200" spc="-1" strike="noStrike">
                <a:solidFill>
                  <a:srgbClr val="797c82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pic>
        <p:nvPicPr>
          <p:cNvPr id="252" name="Picture 3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60280" y="6227280"/>
            <a:ext cx="1648440" cy="385560"/>
          </a:xfrm>
          <a:prstGeom prst="rect">
            <a:avLst/>
          </a:prstGeom>
          <a:ln w="0">
            <a:noFill/>
          </a:ln>
        </p:spPr>
      </p:pic>
      <p:sp>
        <p:nvSpPr>
          <p:cNvPr id="253" name="PlaceHolder 3"/>
          <p:cNvSpPr>
            <a:spLocks noGrp="1"/>
          </p:cNvSpPr>
          <p:nvPr>
            <p:ph type="body"/>
          </p:nvPr>
        </p:nvSpPr>
        <p:spPr>
          <a:xfrm>
            <a:off x="36540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4" name="PlaceHolder 4"/>
          <p:cNvSpPr>
            <a:spLocks noGrp="1"/>
          </p:cNvSpPr>
          <p:nvPr>
            <p:ph type="body"/>
          </p:nvPr>
        </p:nvSpPr>
        <p:spPr>
          <a:xfrm>
            <a:off x="62175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55" name="Straight Connector 2"/>
          <p:cNvSpPr/>
          <p:nvPr/>
        </p:nvSpPr>
        <p:spPr>
          <a:xfrm>
            <a:off x="6095520" y="1345320"/>
            <a:ext cx="360" cy="4661640"/>
          </a:xfrm>
          <a:prstGeom prst="line">
            <a:avLst/>
          </a:prstGeom>
          <a:ln w="12600">
            <a:solidFill>
              <a:srgbClr val="e97132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365400" y="365760"/>
            <a:ext cx="11459880" cy="700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Click to edit Master title style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sldNum" idx="7"/>
          </p:nvPr>
        </p:nvSpPr>
        <p:spPr>
          <a:xfrm>
            <a:off x="382320" y="6279840"/>
            <a:ext cx="3183120" cy="300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97c82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C8C91A4-B636-4F24-98FC-28225B55AB4F}" type="slidenum">
              <a:rPr b="0" lang="en-US" sz="1200" spc="-1" strike="noStrike">
                <a:solidFill>
                  <a:srgbClr val="797c82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pic>
        <p:nvPicPr>
          <p:cNvPr id="294" name="Picture 3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60280" y="6227280"/>
            <a:ext cx="1648440" cy="385560"/>
          </a:xfrm>
          <a:prstGeom prst="rect">
            <a:avLst/>
          </a:prstGeom>
          <a:ln w="0">
            <a:noFill/>
          </a:ln>
        </p:spPr>
      </p:pic>
      <p:sp>
        <p:nvSpPr>
          <p:cNvPr id="295" name="PlaceHolder 3"/>
          <p:cNvSpPr>
            <a:spLocks noGrp="1"/>
          </p:cNvSpPr>
          <p:nvPr>
            <p:ph type="body"/>
          </p:nvPr>
        </p:nvSpPr>
        <p:spPr>
          <a:xfrm>
            <a:off x="36540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6" name="PlaceHolder 4"/>
          <p:cNvSpPr>
            <a:spLocks noGrp="1"/>
          </p:cNvSpPr>
          <p:nvPr>
            <p:ph type="body"/>
          </p:nvPr>
        </p:nvSpPr>
        <p:spPr>
          <a:xfrm>
            <a:off x="62175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297" name="Straight Connector 2"/>
          <p:cNvSpPr/>
          <p:nvPr/>
        </p:nvSpPr>
        <p:spPr>
          <a:xfrm>
            <a:off x="6095520" y="1345320"/>
            <a:ext cx="360" cy="4661640"/>
          </a:xfrm>
          <a:prstGeom prst="line">
            <a:avLst/>
          </a:prstGeom>
          <a:ln w="12600">
            <a:solidFill>
              <a:srgbClr val="e97132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365400" y="365760"/>
            <a:ext cx="11459880" cy="700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Click to edit Master title style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 type="sldNum" idx="8"/>
          </p:nvPr>
        </p:nvSpPr>
        <p:spPr>
          <a:xfrm>
            <a:off x="382320" y="6279840"/>
            <a:ext cx="3183120" cy="300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97c82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EEEEE97-45A6-42C0-A33A-36A1849D41E1}" type="slidenum">
              <a:rPr b="0" lang="en-US" sz="1200" spc="-1" strike="noStrike">
                <a:solidFill>
                  <a:srgbClr val="797c82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pic>
        <p:nvPicPr>
          <p:cNvPr id="336" name="Picture 3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60280" y="6227280"/>
            <a:ext cx="1648440" cy="385560"/>
          </a:xfrm>
          <a:prstGeom prst="rect">
            <a:avLst/>
          </a:prstGeom>
          <a:ln w="0">
            <a:noFill/>
          </a:ln>
        </p:spPr>
      </p:pic>
      <p:sp>
        <p:nvSpPr>
          <p:cNvPr id="337" name="PlaceHolder 3"/>
          <p:cNvSpPr>
            <a:spLocks noGrp="1"/>
          </p:cNvSpPr>
          <p:nvPr>
            <p:ph type="body"/>
          </p:nvPr>
        </p:nvSpPr>
        <p:spPr>
          <a:xfrm>
            <a:off x="36540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8" name="PlaceHolder 4"/>
          <p:cNvSpPr>
            <a:spLocks noGrp="1"/>
          </p:cNvSpPr>
          <p:nvPr>
            <p:ph type="body"/>
          </p:nvPr>
        </p:nvSpPr>
        <p:spPr>
          <a:xfrm>
            <a:off x="62175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39" name="Straight Connector 2"/>
          <p:cNvSpPr/>
          <p:nvPr/>
        </p:nvSpPr>
        <p:spPr>
          <a:xfrm>
            <a:off x="6095520" y="1345320"/>
            <a:ext cx="360" cy="4661640"/>
          </a:xfrm>
          <a:prstGeom prst="line">
            <a:avLst/>
          </a:prstGeom>
          <a:ln w="12600">
            <a:solidFill>
              <a:srgbClr val="e97132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365400" y="365760"/>
            <a:ext cx="11459880" cy="700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Click to edit Master title style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 type="sldNum" idx="9"/>
          </p:nvPr>
        </p:nvSpPr>
        <p:spPr>
          <a:xfrm>
            <a:off x="382320" y="6279840"/>
            <a:ext cx="3183120" cy="300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97c82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A3F1526-7A6C-4AC1-BA6A-246E33C5FB9F}" type="slidenum">
              <a:rPr b="0" lang="en-US" sz="1200" spc="-1" strike="noStrike">
                <a:solidFill>
                  <a:srgbClr val="797c82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pic>
        <p:nvPicPr>
          <p:cNvPr id="378" name="Picture 3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60280" y="6227280"/>
            <a:ext cx="1648440" cy="385560"/>
          </a:xfrm>
          <a:prstGeom prst="rect">
            <a:avLst/>
          </a:prstGeom>
          <a:ln w="0">
            <a:noFill/>
          </a:ln>
        </p:spPr>
      </p:pic>
      <p:sp>
        <p:nvSpPr>
          <p:cNvPr id="379" name="PlaceHolder 3"/>
          <p:cNvSpPr>
            <a:spLocks noGrp="1"/>
          </p:cNvSpPr>
          <p:nvPr>
            <p:ph type="body"/>
          </p:nvPr>
        </p:nvSpPr>
        <p:spPr>
          <a:xfrm>
            <a:off x="36540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0" name="PlaceHolder 4"/>
          <p:cNvSpPr>
            <a:spLocks noGrp="1"/>
          </p:cNvSpPr>
          <p:nvPr>
            <p:ph type="body"/>
          </p:nvPr>
        </p:nvSpPr>
        <p:spPr>
          <a:xfrm>
            <a:off x="62175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381" name="Straight Connector 2"/>
          <p:cNvSpPr/>
          <p:nvPr/>
        </p:nvSpPr>
        <p:spPr>
          <a:xfrm>
            <a:off x="6095520" y="1345320"/>
            <a:ext cx="360" cy="4661640"/>
          </a:xfrm>
          <a:prstGeom prst="line">
            <a:avLst/>
          </a:prstGeom>
          <a:ln w="12600">
            <a:solidFill>
              <a:srgbClr val="e97132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  <p:sldLayoutId id="2147483775" r:id="rId12"/>
    <p:sldLayoutId id="2147483776" r:id="rId13"/>
    <p:sldLayoutId id="2147483777" r:id="rId1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title"/>
          </p:nvPr>
        </p:nvSpPr>
        <p:spPr>
          <a:xfrm>
            <a:off x="365400" y="365760"/>
            <a:ext cx="11459880" cy="700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Click to edit Master title style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19" name="PlaceHolder 2"/>
          <p:cNvSpPr>
            <a:spLocks noGrp="1"/>
          </p:cNvSpPr>
          <p:nvPr>
            <p:ph type="sldNum" idx="10"/>
          </p:nvPr>
        </p:nvSpPr>
        <p:spPr>
          <a:xfrm>
            <a:off x="382320" y="6279840"/>
            <a:ext cx="3183120" cy="300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97c82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B4491BD-EFAC-415F-ABEC-602D99CF26FA}" type="slidenum">
              <a:rPr b="0" lang="en-US" sz="1200" spc="-1" strike="noStrike">
                <a:solidFill>
                  <a:srgbClr val="797c82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pic>
        <p:nvPicPr>
          <p:cNvPr id="420" name="Picture 3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60280" y="6227280"/>
            <a:ext cx="1648440" cy="385560"/>
          </a:xfrm>
          <a:prstGeom prst="rect">
            <a:avLst/>
          </a:prstGeom>
          <a:ln w="0">
            <a:noFill/>
          </a:ln>
        </p:spPr>
      </p:pic>
      <p:sp>
        <p:nvSpPr>
          <p:cNvPr id="421" name="PlaceHolder 3"/>
          <p:cNvSpPr>
            <a:spLocks noGrp="1"/>
          </p:cNvSpPr>
          <p:nvPr>
            <p:ph type="body"/>
          </p:nvPr>
        </p:nvSpPr>
        <p:spPr>
          <a:xfrm>
            <a:off x="36540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22" name="PlaceHolder 4"/>
          <p:cNvSpPr>
            <a:spLocks noGrp="1"/>
          </p:cNvSpPr>
          <p:nvPr>
            <p:ph type="body"/>
          </p:nvPr>
        </p:nvSpPr>
        <p:spPr>
          <a:xfrm>
            <a:off x="62175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23" name="Straight Connector 2"/>
          <p:cNvSpPr/>
          <p:nvPr/>
        </p:nvSpPr>
        <p:spPr>
          <a:xfrm>
            <a:off x="6095520" y="1345320"/>
            <a:ext cx="360" cy="4661640"/>
          </a:xfrm>
          <a:prstGeom prst="line">
            <a:avLst/>
          </a:prstGeom>
          <a:ln w="12600">
            <a:solidFill>
              <a:srgbClr val="e97132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365400" y="365760"/>
            <a:ext cx="11459880" cy="700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Click to edit Master title style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61" name="PlaceHolder 2"/>
          <p:cNvSpPr>
            <a:spLocks noGrp="1"/>
          </p:cNvSpPr>
          <p:nvPr>
            <p:ph type="sldNum" idx="11"/>
          </p:nvPr>
        </p:nvSpPr>
        <p:spPr>
          <a:xfrm>
            <a:off x="382320" y="6279840"/>
            <a:ext cx="3183120" cy="300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97c82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EDF598E-AF6B-4F8A-B3A5-5D66B4F60329}" type="slidenum">
              <a:rPr b="0" lang="en-US" sz="1200" spc="-1" strike="noStrike">
                <a:solidFill>
                  <a:srgbClr val="797c82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pic>
        <p:nvPicPr>
          <p:cNvPr id="462" name="Picture 3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60280" y="6227280"/>
            <a:ext cx="1648440" cy="385560"/>
          </a:xfrm>
          <a:prstGeom prst="rect">
            <a:avLst/>
          </a:prstGeom>
          <a:ln w="0">
            <a:noFill/>
          </a:ln>
        </p:spPr>
      </p:pic>
      <p:sp>
        <p:nvSpPr>
          <p:cNvPr id="463" name="PlaceHolder 3"/>
          <p:cNvSpPr>
            <a:spLocks noGrp="1"/>
          </p:cNvSpPr>
          <p:nvPr>
            <p:ph type="body"/>
          </p:nvPr>
        </p:nvSpPr>
        <p:spPr>
          <a:xfrm>
            <a:off x="36540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64" name="PlaceHolder 4"/>
          <p:cNvSpPr>
            <a:spLocks noGrp="1"/>
          </p:cNvSpPr>
          <p:nvPr>
            <p:ph type="body"/>
          </p:nvPr>
        </p:nvSpPr>
        <p:spPr>
          <a:xfrm>
            <a:off x="62175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465" name="Straight Connector 2"/>
          <p:cNvSpPr/>
          <p:nvPr/>
        </p:nvSpPr>
        <p:spPr>
          <a:xfrm>
            <a:off x="6095520" y="1345320"/>
            <a:ext cx="360" cy="4661640"/>
          </a:xfrm>
          <a:prstGeom prst="line">
            <a:avLst/>
          </a:prstGeom>
          <a:ln w="12600">
            <a:solidFill>
              <a:srgbClr val="e97132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  <p:sldLayoutId id="2147483803" r:id="rId1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title"/>
          </p:nvPr>
        </p:nvSpPr>
        <p:spPr>
          <a:xfrm>
            <a:off x="365400" y="365760"/>
            <a:ext cx="11459880" cy="700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Click to edit Master title style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03" name="PlaceHolder 2"/>
          <p:cNvSpPr>
            <a:spLocks noGrp="1"/>
          </p:cNvSpPr>
          <p:nvPr>
            <p:ph type="sldNum" idx="12"/>
          </p:nvPr>
        </p:nvSpPr>
        <p:spPr>
          <a:xfrm>
            <a:off x="382320" y="6279840"/>
            <a:ext cx="3183120" cy="300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97c82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FC0B91C-894F-4985-8D64-BDC3574375F5}" type="slidenum">
              <a:rPr b="0" lang="en-US" sz="1200" spc="-1" strike="noStrike">
                <a:solidFill>
                  <a:srgbClr val="797c82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pic>
        <p:nvPicPr>
          <p:cNvPr id="504" name="Picture 3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60280" y="6227280"/>
            <a:ext cx="1648440" cy="385560"/>
          </a:xfrm>
          <a:prstGeom prst="rect">
            <a:avLst/>
          </a:prstGeom>
          <a:ln w="0">
            <a:noFill/>
          </a:ln>
        </p:spPr>
      </p:pic>
      <p:sp>
        <p:nvSpPr>
          <p:cNvPr id="505" name="PlaceHolder 3"/>
          <p:cNvSpPr>
            <a:spLocks noGrp="1"/>
          </p:cNvSpPr>
          <p:nvPr>
            <p:ph type="body"/>
          </p:nvPr>
        </p:nvSpPr>
        <p:spPr>
          <a:xfrm>
            <a:off x="36540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06" name="PlaceHolder 4"/>
          <p:cNvSpPr>
            <a:spLocks noGrp="1"/>
          </p:cNvSpPr>
          <p:nvPr>
            <p:ph type="body"/>
          </p:nvPr>
        </p:nvSpPr>
        <p:spPr>
          <a:xfrm>
            <a:off x="62175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07" name="Straight Connector 2"/>
          <p:cNvSpPr/>
          <p:nvPr/>
        </p:nvSpPr>
        <p:spPr>
          <a:xfrm>
            <a:off x="6095520" y="1345320"/>
            <a:ext cx="360" cy="4661640"/>
          </a:xfrm>
          <a:prstGeom prst="line">
            <a:avLst/>
          </a:prstGeom>
          <a:ln w="12600">
            <a:solidFill>
              <a:srgbClr val="e97132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title"/>
          </p:nvPr>
        </p:nvSpPr>
        <p:spPr>
          <a:xfrm>
            <a:off x="365400" y="365760"/>
            <a:ext cx="11459880" cy="700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Click to edit Master title style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45" name="PlaceHolder 2"/>
          <p:cNvSpPr>
            <a:spLocks noGrp="1"/>
          </p:cNvSpPr>
          <p:nvPr>
            <p:ph type="sldNum" idx="13"/>
          </p:nvPr>
        </p:nvSpPr>
        <p:spPr>
          <a:xfrm>
            <a:off x="382320" y="6279840"/>
            <a:ext cx="3183120" cy="300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97c82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5AB6A8D-D7E2-4BF1-8AEA-92B454110F22}" type="slidenum">
              <a:rPr b="0" lang="en-US" sz="1200" spc="-1" strike="noStrike">
                <a:solidFill>
                  <a:srgbClr val="797c82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pic>
        <p:nvPicPr>
          <p:cNvPr id="546" name="Picture 3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60280" y="6227280"/>
            <a:ext cx="1648440" cy="385560"/>
          </a:xfrm>
          <a:prstGeom prst="rect">
            <a:avLst/>
          </a:prstGeom>
          <a:ln w="0">
            <a:noFill/>
          </a:ln>
        </p:spPr>
      </p:pic>
      <p:sp>
        <p:nvSpPr>
          <p:cNvPr id="547" name="PlaceHolder 3"/>
          <p:cNvSpPr>
            <a:spLocks noGrp="1"/>
          </p:cNvSpPr>
          <p:nvPr>
            <p:ph type="body"/>
          </p:nvPr>
        </p:nvSpPr>
        <p:spPr>
          <a:xfrm>
            <a:off x="36540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48" name="PlaceHolder 4"/>
          <p:cNvSpPr>
            <a:spLocks noGrp="1"/>
          </p:cNvSpPr>
          <p:nvPr>
            <p:ph type="body"/>
          </p:nvPr>
        </p:nvSpPr>
        <p:spPr>
          <a:xfrm>
            <a:off x="62175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49" name="Straight Connector 2"/>
          <p:cNvSpPr/>
          <p:nvPr/>
        </p:nvSpPr>
        <p:spPr>
          <a:xfrm>
            <a:off x="6095520" y="1345320"/>
            <a:ext cx="360" cy="4661640"/>
          </a:xfrm>
          <a:prstGeom prst="line">
            <a:avLst/>
          </a:prstGeom>
          <a:ln w="12600">
            <a:solidFill>
              <a:srgbClr val="e97132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  <p:sldLayoutId id="2147483827" r:id="rId12"/>
    <p:sldLayoutId id="2147483828" r:id="rId13"/>
    <p:sldLayoutId id="2147483829" r:id="rId1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/>
          </p:cNvSpPr>
          <p:nvPr>
            <p:ph type="title"/>
          </p:nvPr>
        </p:nvSpPr>
        <p:spPr>
          <a:xfrm>
            <a:off x="365400" y="365760"/>
            <a:ext cx="11459880" cy="700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Click to edit Master title style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87" name="PlaceHolder 2"/>
          <p:cNvSpPr>
            <a:spLocks noGrp="1"/>
          </p:cNvSpPr>
          <p:nvPr>
            <p:ph type="sldNum" idx="14"/>
          </p:nvPr>
        </p:nvSpPr>
        <p:spPr>
          <a:xfrm>
            <a:off x="382320" y="6279840"/>
            <a:ext cx="3183120" cy="300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97c82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897E198-9787-4EC5-BDAC-2A6A7F620AB4}" type="slidenum">
              <a:rPr b="0" lang="en-US" sz="1200" spc="-1" strike="noStrike">
                <a:solidFill>
                  <a:srgbClr val="797c82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pic>
        <p:nvPicPr>
          <p:cNvPr id="588" name="Picture 3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60280" y="6227280"/>
            <a:ext cx="1648440" cy="385560"/>
          </a:xfrm>
          <a:prstGeom prst="rect">
            <a:avLst/>
          </a:prstGeom>
          <a:ln w="0">
            <a:noFill/>
          </a:ln>
        </p:spPr>
      </p:pic>
      <p:sp>
        <p:nvSpPr>
          <p:cNvPr id="589" name="PlaceHolder 3"/>
          <p:cNvSpPr>
            <a:spLocks noGrp="1"/>
          </p:cNvSpPr>
          <p:nvPr>
            <p:ph type="body"/>
          </p:nvPr>
        </p:nvSpPr>
        <p:spPr>
          <a:xfrm>
            <a:off x="36540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90" name="PlaceHolder 4"/>
          <p:cNvSpPr>
            <a:spLocks noGrp="1"/>
          </p:cNvSpPr>
          <p:nvPr>
            <p:ph type="body"/>
          </p:nvPr>
        </p:nvSpPr>
        <p:spPr>
          <a:xfrm>
            <a:off x="62175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591" name="Straight Connector 2"/>
          <p:cNvSpPr/>
          <p:nvPr/>
        </p:nvSpPr>
        <p:spPr>
          <a:xfrm>
            <a:off x="6095520" y="1345320"/>
            <a:ext cx="360" cy="4661640"/>
          </a:xfrm>
          <a:prstGeom prst="line">
            <a:avLst/>
          </a:prstGeom>
          <a:ln w="12600">
            <a:solidFill>
              <a:srgbClr val="e97132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title"/>
          </p:nvPr>
        </p:nvSpPr>
        <p:spPr>
          <a:xfrm>
            <a:off x="365400" y="365760"/>
            <a:ext cx="11459880" cy="700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Click to edit Master title style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29" name="PlaceHolder 2"/>
          <p:cNvSpPr>
            <a:spLocks noGrp="1"/>
          </p:cNvSpPr>
          <p:nvPr>
            <p:ph type="sldNum" idx="15"/>
          </p:nvPr>
        </p:nvSpPr>
        <p:spPr>
          <a:xfrm>
            <a:off x="382320" y="6279840"/>
            <a:ext cx="3183120" cy="300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97c82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C34E10B-014E-42AA-B0C3-7019DA2DCA01}" type="slidenum">
              <a:rPr b="0" lang="en-US" sz="1200" spc="-1" strike="noStrike">
                <a:solidFill>
                  <a:srgbClr val="797c82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pic>
        <p:nvPicPr>
          <p:cNvPr id="630" name="Picture 3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60280" y="6227280"/>
            <a:ext cx="1648440" cy="385560"/>
          </a:xfrm>
          <a:prstGeom prst="rect">
            <a:avLst/>
          </a:prstGeom>
          <a:ln w="0">
            <a:noFill/>
          </a:ln>
        </p:spPr>
      </p:pic>
      <p:sp>
        <p:nvSpPr>
          <p:cNvPr id="631" name="PlaceHolder 3"/>
          <p:cNvSpPr>
            <a:spLocks noGrp="1"/>
          </p:cNvSpPr>
          <p:nvPr>
            <p:ph type="body"/>
          </p:nvPr>
        </p:nvSpPr>
        <p:spPr>
          <a:xfrm>
            <a:off x="36540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32" name="PlaceHolder 4"/>
          <p:cNvSpPr>
            <a:spLocks noGrp="1"/>
          </p:cNvSpPr>
          <p:nvPr>
            <p:ph type="body"/>
          </p:nvPr>
        </p:nvSpPr>
        <p:spPr>
          <a:xfrm>
            <a:off x="62175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33" name="Straight Connector 2"/>
          <p:cNvSpPr/>
          <p:nvPr/>
        </p:nvSpPr>
        <p:spPr>
          <a:xfrm>
            <a:off x="6095520" y="1345320"/>
            <a:ext cx="360" cy="4661640"/>
          </a:xfrm>
          <a:prstGeom prst="line">
            <a:avLst/>
          </a:prstGeom>
          <a:ln w="12600">
            <a:solidFill>
              <a:srgbClr val="e97132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  <p:sldLayoutId id="2147483853" r:id="rId12"/>
    <p:sldLayoutId id="2147483854" r:id="rId13"/>
    <p:sldLayoutId id="2147483855" r:id="rId14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/>
          </p:cNvSpPr>
          <p:nvPr>
            <p:ph type="title"/>
          </p:nvPr>
        </p:nvSpPr>
        <p:spPr>
          <a:xfrm>
            <a:off x="365400" y="365760"/>
            <a:ext cx="11459880" cy="700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Click to edit Master title style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71" name="PlaceHolder 2"/>
          <p:cNvSpPr>
            <a:spLocks noGrp="1"/>
          </p:cNvSpPr>
          <p:nvPr>
            <p:ph type="sldNum" idx="16"/>
          </p:nvPr>
        </p:nvSpPr>
        <p:spPr>
          <a:xfrm>
            <a:off x="382320" y="6279840"/>
            <a:ext cx="3183120" cy="300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97c82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EBADEAE-48B3-4C61-A649-3717CE97A186}" type="slidenum">
              <a:rPr b="0" lang="en-US" sz="1200" spc="-1" strike="noStrike">
                <a:solidFill>
                  <a:srgbClr val="797c82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pic>
        <p:nvPicPr>
          <p:cNvPr id="672" name="Picture 3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60280" y="6227280"/>
            <a:ext cx="1648440" cy="385560"/>
          </a:xfrm>
          <a:prstGeom prst="rect">
            <a:avLst/>
          </a:prstGeom>
          <a:ln w="0">
            <a:noFill/>
          </a:ln>
        </p:spPr>
      </p:pic>
      <p:sp>
        <p:nvSpPr>
          <p:cNvPr id="673" name="PlaceHolder 3"/>
          <p:cNvSpPr>
            <a:spLocks noGrp="1"/>
          </p:cNvSpPr>
          <p:nvPr>
            <p:ph type="body"/>
          </p:nvPr>
        </p:nvSpPr>
        <p:spPr>
          <a:xfrm>
            <a:off x="36540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74" name="PlaceHolder 4"/>
          <p:cNvSpPr>
            <a:spLocks noGrp="1"/>
          </p:cNvSpPr>
          <p:nvPr>
            <p:ph type="body"/>
          </p:nvPr>
        </p:nvSpPr>
        <p:spPr>
          <a:xfrm>
            <a:off x="62175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675" name="Straight Connector 2"/>
          <p:cNvSpPr/>
          <p:nvPr/>
        </p:nvSpPr>
        <p:spPr>
          <a:xfrm>
            <a:off x="6095520" y="1345320"/>
            <a:ext cx="360" cy="4661640"/>
          </a:xfrm>
          <a:prstGeom prst="line">
            <a:avLst/>
          </a:prstGeom>
          <a:ln w="12600">
            <a:solidFill>
              <a:srgbClr val="e97132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3866" r:id="rId12"/>
    <p:sldLayoutId id="2147483867" r:id="rId13"/>
    <p:sldLayoutId id="2147483868" r:id="rId14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PlaceHolder 1"/>
          <p:cNvSpPr>
            <a:spLocks noGrp="1"/>
          </p:cNvSpPr>
          <p:nvPr>
            <p:ph type="title"/>
          </p:nvPr>
        </p:nvSpPr>
        <p:spPr>
          <a:xfrm>
            <a:off x="365400" y="365760"/>
            <a:ext cx="11459880" cy="7009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2400" spc="-1" strike="noStrike">
                <a:solidFill>
                  <a:srgbClr val="021e42"/>
                </a:solidFill>
                <a:latin typeface="Aptos Display"/>
              </a:rPr>
              <a:t>Click to edit Master title style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13" name="PlaceHolder 2"/>
          <p:cNvSpPr>
            <a:spLocks noGrp="1"/>
          </p:cNvSpPr>
          <p:nvPr>
            <p:ph type="sldNum" idx="17"/>
          </p:nvPr>
        </p:nvSpPr>
        <p:spPr>
          <a:xfrm>
            <a:off x="382320" y="6279840"/>
            <a:ext cx="3183120" cy="300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97c82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32C7A51-6BF9-4D0D-9C5D-07FEDE3DF245}" type="slidenum">
              <a:rPr b="0" lang="en-US" sz="1200" spc="-1" strike="noStrike">
                <a:solidFill>
                  <a:srgbClr val="797c82"/>
                </a:solidFill>
                <a:latin typeface="Aptos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pic>
        <p:nvPicPr>
          <p:cNvPr id="714" name="Picture 3" descr="A black and white logo&#10;&#10;Description automatically generated"/>
          <p:cNvPicPr/>
          <p:nvPr/>
        </p:nvPicPr>
        <p:blipFill>
          <a:blip r:embed="rId2"/>
          <a:stretch/>
        </p:blipFill>
        <p:spPr>
          <a:xfrm>
            <a:off x="10160280" y="6227280"/>
            <a:ext cx="1648440" cy="385560"/>
          </a:xfrm>
          <a:prstGeom prst="rect">
            <a:avLst/>
          </a:prstGeom>
          <a:ln w="0">
            <a:noFill/>
          </a:ln>
        </p:spPr>
      </p:pic>
      <p:sp>
        <p:nvSpPr>
          <p:cNvPr id="715" name="PlaceHolder 3"/>
          <p:cNvSpPr>
            <a:spLocks noGrp="1"/>
          </p:cNvSpPr>
          <p:nvPr>
            <p:ph type="body"/>
          </p:nvPr>
        </p:nvSpPr>
        <p:spPr>
          <a:xfrm>
            <a:off x="36540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16" name="PlaceHolder 4"/>
          <p:cNvSpPr>
            <a:spLocks noGrp="1"/>
          </p:cNvSpPr>
          <p:nvPr>
            <p:ph type="body"/>
          </p:nvPr>
        </p:nvSpPr>
        <p:spPr>
          <a:xfrm>
            <a:off x="6217560" y="1346040"/>
            <a:ext cx="5608080" cy="4647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156082"/>
              </a:buClr>
              <a:buFont typeface="Courier New"/>
              <a:buChar char="o"/>
            </a:pPr>
            <a:r>
              <a:rPr b="0" lang="en-US" sz="2800" spc="-1" strike="noStrike">
                <a:solidFill>
                  <a:srgbClr val="0e2841"/>
                </a:solidFill>
                <a:latin typeface="Aptos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e2841"/>
                </a:solidFill>
                <a:latin typeface="Aptos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Aptos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e2841"/>
                </a:solidFill>
                <a:latin typeface="Aptos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156082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e2841"/>
                </a:solidFill>
                <a:latin typeface="Aptos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17" name="Straight Connector 2"/>
          <p:cNvSpPr/>
          <p:nvPr/>
        </p:nvSpPr>
        <p:spPr>
          <a:xfrm>
            <a:off x="6095520" y="1345320"/>
            <a:ext cx="360" cy="4661640"/>
          </a:xfrm>
          <a:prstGeom prst="line">
            <a:avLst/>
          </a:prstGeom>
          <a:ln w="12600">
            <a:solidFill>
              <a:srgbClr val="e97132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  <p:sldLayoutId id="2147483878" r:id="rId11"/>
    <p:sldLayoutId id="2147483879" r:id="rId12"/>
    <p:sldLayoutId id="2147483880" r:id="rId13"/>
    <p:sldLayoutId id="2147483881" r:id="rId14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Rectangle 5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21e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55" name="TextBox 7"/>
          <p:cNvSpPr/>
          <p:nvPr/>
        </p:nvSpPr>
        <p:spPr>
          <a:xfrm>
            <a:off x="380520" y="6323760"/>
            <a:ext cx="36478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© 2026 Persistent Systems  |  Proprietary &amp; Confidential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56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ts val="5199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5f07"/>
                </a:solidFill>
                <a:latin typeface="Arial"/>
              </a:rPr>
              <a:t>Click to edit Master title style two lines</a:t>
            </a:r>
            <a:endParaRPr b="0" lang="en-US" sz="4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757" name="PlaceHolder 2"/>
          <p:cNvSpPr>
            <a:spLocks noGrp="1"/>
          </p:cNvSpPr>
          <p:nvPr>
            <p:ph type="dt" idx="18"/>
          </p:nvPr>
        </p:nvSpPr>
        <p:spPr>
          <a:xfrm>
            <a:off x="365400" y="4128120"/>
            <a:ext cx="3663000" cy="324720"/>
          </a:xfrm>
          <a:prstGeom prst="rect">
            <a:avLst/>
          </a:prstGeom>
          <a:noFill/>
          <a:ln w="0">
            <a:noFill/>
          </a:ln>
        </p:spPr>
        <p:txBody>
          <a:bodyPr lIns="0" anchor="ctr">
            <a:noAutofit/>
          </a:bodyPr>
          <a:lstStyle>
            <a:lvl1pPr>
              <a:lnSpc>
                <a:spcPct val="100000"/>
              </a:lnSpc>
              <a:buNone/>
              <a:defRPr b="0" lang="en-US" sz="16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IN" sz="1600" spc="-1" strike="noStrike">
              <a:latin typeface="Times New Roman"/>
            </a:endParaRPr>
          </a:p>
        </p:txBody>
      </p:sp>
      <p:pic>
        <p:nvPicPr>
          <p:cNvPr id="758" name="Picture 1" descr=""/>
          <p:cNvPicPr/>
          <p:nvPr/>
        </p:nvPicPr>
        <p:blipFill>
          <a:blip r:embed="rId2"/>
          <a:stretch/>
        </p:blipFill>
        <p:spPr>
          <a:xfrm>
            <a:off x="365400" y="380880"/>
            <a:ext cx="2734920" cy="639720"/>
          </a:xfrm>
          <a:prstGeom prst="rect">
            <a:avLst/>
          </a:prstGeom>
          <a:ln w="0">
            <a:noFill/>
          </a:ln>
        </p:spPr>
      </p:pic>
      <p:pic>
        <p:nvPicPr>
          <p:cNvPr id="759" name="Picture 3" descr=""/>
          <p:cNvPicPr/>
          <p:nvPr/>
        </p:nvPicPr>
        <p:blipFill>
          <a:blip r:embed="rId3"/>
          <a:srcRect l="0" t="3612" r="0" b="32455"/>
          <a:stretch/>
        </p:blipFill>
        <p:spPr>
          <a:xfrm>
            <a:off x="4182120" y="-17640"/>
            <a:ext cx="7627680" cy="6892560"/>
          </a:xfrm>
          <a:prstGeom prst="rect">
            <a:avLst/>
          </a:prstGeom>
          <a:ln w="0">
            <a:noFill/>
          </a:ln>
        </p:spPr>
      </p:pic>
      <p:sp>
        <p:nvSpPr>
          <p:cNvPr id="760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ptos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ptos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ptos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ptos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pto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91" r:id="rId12"/>
    <p:sldLayoutId id="2147483892" r:id="rId13"/>
    <p:sldLayoutId id="2147483893" r:id="rId14"/>
    <p:sldLayoutId id="2147483894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37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slideLayout" Target="../slideLayouts/slideLayout49.xml"/><Relationship Id="rId9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9.jpe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slideLayout" Target="../slideLayouts/slideLayout61.xml"/><Relationship Id="rId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4.jpe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85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jpeg"/><Relationship Id="rId5" Type="http://schemas.openxmlformats.org/officeDocument/2006/relationships/slideLayout" Target="../slideLayouts/slideLayout97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109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121.xml"/><Relationship Id="rId4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slideLayout" Target="../slideLayouts/slideLayout133.xml"/><Relationship Id="rId6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image" Target="../media/image48.jpeg"/><Relationship Id="rId3" Type="http://schemas.openxmlformats.org/officeDocument/2006/relationships/image" Target="../media/image49.jpeg"/><Relationship Id="rId4" Type="http://schemas.openxmlformats.org/officeDocument/2006/relationships/image" Target="../media/image50.jpeg"/><Relationship Id="rId5" Type="http://schemas.openxmlformats.org/officeDocument/2006/relationships/slideLayout" Target="../slideLayouts/slideLayout145.xml"/><Relationship Id="rId6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7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slideLayout" Target="../slideLayouts/slideLayout169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slideLayout" Target="../slideLayouts/slideLayout181.xml"/><Relationship Id="rId11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image" Target="../media/image62.png"/><Relationship Id="rId3" Type="http://schemas.openxmlformats.org/officeDocument/2006/relationships/slideLayout" Target="../slideLayouts/slideLayout193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Text 0"/>
          <p:cNvSpPr/>
          <p:nvPr/>
        </p:nvSpPr>
        <p:spPr>
          <a:xfrm>
            <a:off x="661320" y="2391120"/>
            <a:ext cx="6296400" cy="103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3250" spc="-1" strike="noStrike">
                <a:solidFill>
                  <a:srgbClr val="3b4540"/>
                </a:solidFill>
                <a:latin typeface="Fraunces ExtraBold"/>
                <a:ea typeface="Fraunces ExtraBold"/>
              </a:rPr>
              <a:t>Application Performance Monitoring with New Relic</a:t>
            </a:r>
            <a:endParaRPr b="0" lang="en-IN" sz="3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Text 0"/>
          <p:cNvSpPr/>
          <p:nvPr/>
        </p:nvSpPr>
        <p:spPr>
          <a:xfrm>
            <a:off x="661320" y="479160"/>
            <a:ext cx="10868400" cy="49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3050" spc="-1" strike="noStrike">
                <a:solidFill>
                  <a:srgbClr val="3b4540"/>
                </a:solidFill>
                <a:latin typeface="Fraunces ExtraBold"/>
                <a:ea typeface="Fraunces ExtraBold"/>
              </a:rPr>
              <a:t>Training Agenda</a:t>
            </a:r>
            <a:endParaRPr b="0" lang="en-IN" sz="3050" spc="-1" strike="noStrike">
              <a:latin typeface="Arial"/>
            </a:endParaRPr>
          </a:p>
        </p:txBody>
      </p:sp>
      <p:sp>
        <p:nvSpPr>
          <p:cNvPr id="805" name="Text 1"/>
          <p:cNvSpPr/>
          <p:nvPr/>
        </p:nvSpPr>
        <p:spPr>
          <a:xfrm>
            <a:off x="661320" y="1268280"/>
            <a:ext cx="31392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05449"/>
                </a:solidFill>
                <a:latin typeface="Fraunces Light"/>
                <a:ea typeface="Fraunces Light"/>
              </a:rPr>
              <a:t>01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06" name="Shape 2"/>
          <p:cNvSpPr/>
          <p:nvPr/>
        </p:nvSpPr>
        <p:spPr>
          <a:xfrm>
            <a:off x="661320" y="1516320"/>
            <a:ext cx="5359320" cy="18720"/>
          </a:xfrm>
          <a:prstGeom prst="rect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7" name="Text 3"/>
          <p:cNvSpPr/>
          <p:nvPr/>
        </p:nvSpPr>
        <p:spPr>
          <a:xfrm>
            <a:off x="661320" y="1632960"/>
            <a:ext cx="535932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Why New Relic?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808" name="Text 4"/>
          <p:cNvSpPr/>
          <p:nvPr/>
        </p:nvSpPr>
        <p:spPr>
          <a:xfrm>
            <a:off x="661320" y="1967760"/>
            <a:ext cx="535932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05449"/>
                </a:solidFill>
                <a:latin typeface="Nobile"/>
                <a:ea typeface="Nobile"/>
              </a:rPr>
              <a:t>Understanding the platform's value proposition and core capabilities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09" name="Text 5"/>
          <p:cNvSpPr/>
          <p:nvPr/>
        </p:nvSpPr>
        <p:spPr>
          <a:xfrm>
            <a:off x="6170400" y="1268280"/>
            <a:ext cx="31392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05449"/>
                </a:solidFill>
                <a:latin typeface="Fraunces Light"/>
                <a:ea typeface="Fraunces Light"/>
              </a:rPr>
              <a:t>02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10" name="Shape 6"/>
          <p:cNvSpPr/>
          <p:nvPr/>
        </p:nvSpPr>
        <p:spPr>
          <a:xfrm>
            <a:off x="6170400" y="1516320"/>
            <a:ext cx="5359320" cy="18720"/>
          </a:xfrm>
          <a:prstGeom prst="rect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1" name="Text 7"/>
          <p:cNvSpPr/>
          <p:nvPr/>
        </p:nvSpPr>
        <p:spPr>
          <a:xfrm>
            <a:off x="6170400" y="1632960"/>
            <a:ext cx="535932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Observability Basics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812" name="Text 8"/>
          <p:cNvSpPr/>
          <p:nvPr/>
        </p:nvSpPr>
        <p:spPr>
          <a:xfrm>
            <a:off x="6170400" y="1967760"/>
            <a:ext cx="535932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05449"/>
                </a:solidFill>
                <a:latin typeface="Nobile"/>
                <a:ea typeface="Nobile"/>
              </a:rPr>
              <a:t>The three pillars: metrics, logs, and traces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13" name="Text 9"/>
          <p:cNvSpPr/>
          <p:nvPr/>
        </p:nvSpPr>
        <p:spPr>
          <a:xfrm>
            <a:off x="661320" y="2480040"/>
            <a:ext cx="31392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05449"/>
                </a:solidFill>
                <a:latin typeface="Fraunces Light"/>
                <a:ea typeface="Fraunces Light"/>
              </a:rPr>
              <a:t>03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14" name="Shape 10"/>
          <p:cNvSpPr/>
          <p:nvPr/>
        </p:nvSpPr>
        <p:spPr>
          <a:xfrm>
            <a:off x="661320" y="2728080"/>
            <a:ext cx="5359320" cy="18720"/>
          </a:xfrm>
          <a:prstGeom prst="rect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5" name="Text 11"/>
          <p:cNvSpPr/>
          <p:nvPr/>
        </p:nvSpPr>
        <p:spPr>
          <a:xfrm>
            <a:off x="661320" y="2844360"/>
            <a:ext cx="535932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Architecture &amp; Setup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816" name="Text 12"/>
          <p:cNvSpPr/>
          <p:nvPr/>
        </p:nvSpPr>
        <p:spPr>
          <a:xfrm>
            <a:off x="661320" y="3179520"/>
            <a:ext cx="535932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05449"/>
                </a:solidFill>
                <a:latin typeface="Nobile"/>
                <a:ea typeface="Nobile"/>
              </a:rPr>
              <a:t>How New Relic works and getting started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17" name="Text 13"/>
          <p:cNvSpPr/>
          <p:nvPr/>
        </p:nvSpPr>
        <p:spPr>
          <a:xfrm>
            <a:off x="6170400" y="2480040"/>
            <a:ext cx="31392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05449"/>
                </a:solidFill>
                <a:latin typeface="Fraunces Light"/>
                <a:ea typeface="Fraunces Light"/>
              </a:rPr>
              <a:t>04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18" name="Shape 14"/>
          <p:cNvSpPr/>
          <p:nvPr/>
        </p:nvSpPr>
        <p:spPr>
          <a:xfrm>
            <a:off x="6170400" y="2728080"/>
            <a:ext cx="5359320" cy="18720"/>
          </a:xfrm>
          <a:prstGeom prst="rect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19" name="Text 15"/>
          <p:cNvSpPr/>
          <p:nvPr/>
        </p:nvSpPr>
        <p:spPr>
          <a:xfrm>
            <a:off x="6170400" y="2844360"/>
            <a:ext cx="535932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APM Monitoring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820" name="Text 16"/>
          <p:cNvSpPr/>
          <p:nvPr/>
        </p:nvSpPr>
        <p:spPr>
          <a:xfrm>
            <a:off x="6170400" y="3179520"/>
            <a:ext cx="535932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05449"/>
                </a:solidFill>
                <a:latin typeface="Nobile"/>
                <a:ea typeface="Nobile"/>
              </a:rPr>
              <a:t>Deep dive into application performance monitoring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21" name="Text 17"/>
          <p:cNvSpPr/>
          <p:nvPr/>
        </p:nvSpPr>
        <p:spPr>
          <a:xfrm>
            <a:off x="661320" y="3691800"/>
            <a:ext cx="31392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05449"/>
                </a:solidFill>
                <a:latin typeface="Fraunces Light"/>
                <a:ea typeface="Fraunces Light"/>
              </a:rPr>
              <a:t>05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22" name="Shape 18"/>
          <p:cNvSpPr/>
          <p:nvPr/>
        </p:nvSpPr>
        <p:spPr>
          <a:xfrm>
            <a:off x="661320" y="3939480"/>
            <a:ext cx="5359320" cy="18720"/>
          </a:xfrm>
          <a:prstGeom prst="rect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3" name="Text 19"/>
          <p:cNvSpPr/>
          <p:nvPr/>
        </p:nvSpPr>
        <p:spPr>
          <a:xfrm>
            <a:off x="661320" y="4056120"/>
            <a:ext cx="535932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Infrastructure &amp; Logs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824" name="Text 20"/>
          <p:cNvSpPr/>
          <p:nvPr/>
        </p:nvSpPr>
        <p:spPr>
          <a:xfrm>
            <a:off x="661320" y="4391280"/>
            <a:ext cx="535932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05449"/>
                </a:solidFill>
                <a:latin typeface="Nobile"/>
                <a:ea typeface="Nobile"/>
              </a:rPr>
              <a:t>Monitoring hosts, containers, and centralized logging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25" name="Text 21"/>
          <p:cNvSpPr/>
          <p:nvPr/>
        </p:nvSpPr>
        <p:spPr>
          <a:xfrm>
            <a:off x="6170400" y="3691800"/>
            <a:ext cx="31392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05449"/>
                </a:solidFill>
                <a:latin typeface="Fraunces Light"/>
                <a:ea typeface="Fraunces Light"/>
              </a:rPr>
              <a:t>06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26" name="Shape 22"/>
          <p:cNvSpPr/>
          <p:nvPr/>
        </p:nvSpPr>
        <p:spPr>
          <a:xfrm>
            <a:off x="6170400" y="3939480"/>
            <a:ext cx="5359320" cy="18720"/>
          </a:xfrm>
          <a:prstGeom prst="rect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27" name="Text 23"/>
          <p:cNvSpPr/>
          <p:nvPr/>
        </p:nvSpPr>
        <p:spPr>
          <a:xfrm>
            <a:off x="6170400" y="4056120"/>
            <a:ext cx="535932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Dashboards &amp; NRQL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828" name="Text 24"/>
          <p:cNvSpPr/>
          <p:nvPr/>
        </p:nvSpPr>
        <p:spPr>
          <a:xfrm>
            <a:off x="6170400" y="4391280"/>
            <a:ext cx="535932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05449"/>
                </a:solidFill>
                <a:latin typeface="Nobile"/>
                <a:ea typeface="Nobile"/>
              </a:rPr>
              <a:t>Creating custom dashboards and writing queries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29" name="Text 25"/>
          <p:cNvSpPr/>
          <p:nvPr/>
        </p:nvSpPr>
        <p:spPr>
          <a:xfrm>
            <a:off x="661320" y="4903560"/>
            <a:ext cx="31392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05449"/>
                </a:solidFill>
                <a:latin typeface="Fraunces Light"/>
                <a:ea typeface="Fraunces Light"/>
              </a:rPr>
              <a:t>07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30" name="Shape 26"/>
          <p:cNvSpPr/>
          <p:nvPr/>
        </p:nvSpPr>
        <p:spPr>
          <a:xfrm>
            <a:off x="661320" y="5151240"/>
            <a:ext cx="5359320" cy="18720"/>
          </a:xfrm>
          <a:prstGeom prst="rect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1" name="Text 27"/>
          <p:cNvSpPr/>
          <p:nvPr/>
        </p:nvSpPr>
        <p:spPr>
          <a:xfrm>
            <a:off x="661320" y="5267880"/>
            <a:ext cx="535932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Alerts &amp; Incident Management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832" name="Text 28"/>
          <p:cNvSpPr/>
          <p:nvPr/>
        </p:nvSpPr>
        <p:spPr>
          <a:xfrm>
            <a:off x="661320" y="5603040"/>
            <a:ext cx="535932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05449"/>
                </a:solidFill>
                <a:latin typeface="Nobile"/>
                <a:ea typeface="Nobile"/>
              </a:rPr>
              <a:t>Setting up proactive monitoring and notifications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33" name="Text 29"/>
          <p:cNvSpPr/>
          <p:nvPr/>
        </p:nvSpPr>
        <p:spPr>
          <a:xfrm>
            <a:off x="6170400" y="4903560"/>
            <a:ext cx="313920" cy="1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05449"/>
                </a:solidFill>
                <a:latin typeface="Fraunces Light"/>
                <a:ea typeface="Fraunces Light"/>
              </a:rPr>
              <a:t>08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34" name="Shape 30"/>
          <p:cNvSpPr/>
          <p:nvPr/>
        </p:nvSpPr>
        <p:spPr>
          <a:xfrm>
            <a:off x="6170400" y="5151240"/>
            <a:ext cx="5359320" cy="18720"/>
          </a:xfrm>
          <a:prstGeom prst="rect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35" name="Text 31"/>
          <p:cNvSpPr/>
          <p:nvPr/>
        </p:nvSpPr>
        <p:spPr>
          <a:xfrm>
            <a:off x="6170400" y="5267880"/>
            <a:ext cx="535932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Use Cases &amp; Demo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836" name="Text 32"/>
          <p:cNvSpPr/>
          <p:nvPr/>
        </p:nvSpPr>
        <p:spPr>
          <a:xfrm>
            <a:off x="6170400" y="5603040"/>
            <a:ext cx="535932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05449"/>
                </a:solidFill>
                <a:latin typeface="Nobile"/>
                <a:ea typeface="Nobile"/>
              </a:rPr>
              <a:t>Real-world examples and hands-on demonstration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37" name="Text 33"/>
          <p:cNvSpPr/>
          <p:nvPr/>
        </p:nvSpPr>
        <p:spPr>
          <a:xfrm>
            <a:off x="661320" y="6133680"/>
            <a:ext cx="1147788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405449"/>
                </a:solidFill>
                <a:latin typeface="Nobile"/>
                <a:ea typeface="Nobile"/>
              </a:rPr>
              <a:t>This comprehensive 60-minute training will equip you with practical knowledge to implement and leverage New Relic for your applications.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Text 0"/>
          <p:cNvSpPr/>
          <p:nvPr/>
        </p:nvSpPr>
        <p:spPr>
          <a:xfrm>
            <a:off x="661320" y="551520"/>
            <a:ext cx="10868400" cy="46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2900" spc="-1" strike="noStrike">
                <a:solidFill>
                  <a:srgbClr val="3b4540"/>
                </a:solidFill>
                <a:latin typeface="Fraunces ExtraBold"/>
                <a:ea typeface="Fraunces ExtraBold"/>
              </a:rPr>
              <a:t>What is New Relic?</a:t>
            </a:r>
            <a:endParaRPr b="0" lang="en-IN" sz="2900" spc="-1" strike="noStrike">
              <a:latin typeface="Arial"/>
            </a:endParaRPr>
          </a:p>
        </p:txBody>
      </p:sp>
      <p:sp>
        <p:nvSpPr>
          <p:cNvPr id="839" name="Text 1"/>
          <p:cNvSpPr/>
          <p:nvPr/>
        </p:nvSpPr>
        <p:spPr>
          <a:xfrm>
            <a:off x="661320" y="1338120"/>
            <a:ext cx="637560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7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New Relic is a SaaS-based </a:t>
            </a:r>
            <a:r>
              <a:rPr b="1" lang="en-US" sz="1150" spc="-1" strike="noStrike">
                <a:solidFill>
                  <a:srgbClr val="405449"/>
                </a:solidFill>
                <a:latin typeface="Nobile Bold"/>
                <a:ea typeface="Nobile Bold"/>
              </a:rPr>
              <a:t>observability and monitoring platform</a:t>
            </a:r>
            <a:r>
              <a:rPr b="0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 that provides comprehensive insights into your applications, infrastructure, and user experience.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840" name="Shape 2"/>
          <p:cNvSpPr/>
          <p:nvPr/>
        </p:nvSpPr>
        <p:spPr>
          <a:xfrm>
            <a:off x="661320" y="1941480"/>
            <a:ext cx="6375600" cy="889920"/>
          </a:xfrm>
          <a:prstGeom prst="roundRect">
            <a:avLst>
              <a:gd name="adj" fmla="val 15048"/>
            </a:avLst>
          </a:prstGeom>
          <a:solidFill>
            <a:srgbClr val="e8f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1" name="Text 3"/>
          <p:cNvSpPr/>
          <p:nvPr/>
        </p:nvSpPr>
        <p:spPr>
          <a:xfrm>
            <a:off x="810360" y="2090160"/>
            <a:ext cx="6077880" cy="2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4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APM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842" name="Text 4"/>
          <p:cNvSpPr/>
          <p:nvPr/>
        </p:nvSpPr>
        <p:spPr>
          <a:xfrm>
            <a:off x="810360" y="2456640"/>
            <a:ext cx="607788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7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Application Performance Monitoring for code-level insights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843" name="Shape 5"/>
          <p:cNvSpPr/>
          <p:nvPr/>
        </p:nvSpPr>
        <p:spPr>
          <a:xfrm>
            <a:off x="661320" y="2965680"/>
            <a:ext cx="6375600" cy="889920"/>
          </a:xfrm>
          <a:prstGeom prst="roundRect">
            <a:avLst>
              <a:gd name="adj" fmla="val 15048"/>
            </a:avLst>
          </a:prstGeom>
          <a:solidFill>
            <a:srgbClr val="e8f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4" name="Text 6"/>
          <p:cNvSpPr/>
          <p:nvPr/>
        </p:nvSpPr>
        <p:spPr>
          <a:xfrm>
            <a:off x="810360" y="3114360"/>
            <a:ext cx="6077880" cy="2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4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Infrastructure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845" name="Text 7"/>
          <p:cNvSpPr/>
          <p:nvPr/>
        </p:nvSpPr>
        <p:spPr>
          <a:xfrm>
            <a:off x="810360" y="3480840"/>
            <a:ext cx="607788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7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Monitor hosts, containers, and cloud services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846" name="Shape 8"/>
          <p:cNvSpPr/>
          <p:nvPr/>
        </p:nvSpPr>
        <p:spPr>
          <a:xfrm>
            <a:off x="661320" y="3989880"/>
            <a:ext cx="6375600" cy="889920"/>
          </a:xfrm>
          <a:prstGeom prst="roundRect">
            <a:avLst>
              <a:gd name="adj" fmla="val 15048"/>
            </a:avLst>
          </a:prstGeom>
          <a:solidFill>
            <a:srgbClr val="e8f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7" name="Text 9"/>
          <p:cNvSpPr/>
          <p:nvPr/>
        </p:nvSpPr>
        <p:spPr>
          <a:xfrm>
            <a:off x="810360" y="4138560"/>
            <a:ext cx="6077880" cy="2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4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Logs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848" name="Text 10"/>
          <p:cNvSpPr/>
          <p:nvPr/>
        </p:nvSpPr>
        <p:spPr>
          <a:xfrm>
            <a:off x="810360" y="4505040"/>
            <a:ext cx="607788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7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Centralized log management and analysis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849" name="Shape 11"/>
          <p:cNvSpPr/>
          <p:nvPr/>
        </p:nvSpPr>
        <p:spPr>
          <a:xfrm>
            <a:off x="661320" y="5014080"/>
            <a:ext cx="6375600" cy="889920"/>
          </a:xfrm>
          <a:prstGeom prst="roundRect">
            <a:avLst>
              <a:gd name="adj" fmla="val 15048"/>
            </a:avLst>
          </a:prstGeom>
          <a:solidFill>
            <a:srgbClr val="e8f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0" name="Text 12"/>
          <p:cNvSpPr/>
          <p:nvPr/>
        </p:nvSpPr>
        <p:spPr>
          <a:xfrm>
            <a:off x="810360" y="5163120"/>
            <a:ext cx="6077880" cy="2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4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Distributed Tracing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851" name="Text 13"/>
          <p:cNvSpPr/>
          <p:nvPr/>
        </p:nvSpPr>
        <p:spPr>
          <a:xfrm>
            <a:off x="810360" y="5529240"/>
            <a:ext cx="607788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7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End-to-end request flow visualization</a:t>
            </a:r>
            <a:endParaRPr b="0" lang="en-IN" sz="1150" spc="-1" strike="noStrike">
              <a:latin typeface="Arial"/>
            </a:endParaRPr>
          </a:p>
        </p:txBody>
      </p:sp>
      <p:pic>
        <p:nvPicPr>
          <p:cNvPr id="852" name="Image 0" descr="preencoded.png"/>
          <p:cNvPicPr/>
          <p:nvPr/>
        </p:nvPicPr>
        <p:blipFill>
          <a:blip r:embed="rId1"/>
          <a:stretch/>
        </p:blipFill>
        <p:spPr>
          <a:xfrm>
            <a:off x="7407000" y="1368360"/>
            <a:ext cx="3716280" cy="3716280"/>
          </a:xfrm>
          <a:prstGeom prst="rect">
            <a:avLst/>
          </a:prstGeom>
          <a:ln w="0">
            <a:noFill/>
          </a:ln>
        </p:spPr>
      </p:pic>
      <p:sp>
        <p:nvSpPr>
          <p:cNvPr id="853" name="Text 14"/>
          <p:cNvSpPr/>
          <p:nvPr/>
        </p:nvSpPr>
        <p:spPr>
          <a:xfrm>
            <a:off x="7630200" y="5356440"/>
            <a:ext cx="3906000" cy="67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7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405449"/>
                </a:solidFill>
                <a:latin typeface="Nobile Bold"/>
                <a:ea typeface="Nobile Bold"/>
              </a:rPr>
              <a:t>Real-World Impact:</a:t>
            </a:r>
            <a:r>
              <a:rPr b="0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 Netflix monitors microservices performance while Uber tracks real-time latency across their global platform.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854" name="Shape 15"/>
          <p:cNvSpPr/>
          <p:nvPr/>
        </p:nvSpPr>
        <p:spPr>
          <a:xfrm>
            <a:off x="7407000" y="5235840"/>
            <a:ext cx="18720" cy="919440"/>
          </a:xfrm>
          <a:prstGeom prst="roundRect">
            <a:avLst>
              <a:gd name="adj" fmla="val 49999"/>
            </a:avLst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Text 0"/>
          <p:cNvSpPr/>
          <p:nvPr/>
        </p:nvSpPr>
        <p:spPr>
          <a:xfrm>
            <a:off x="661320" y="594000"/>
            <a:ext cx="10868400" cy="46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2900" spc="-1" strike="noStrike">
                <a:solidFill>
                  <a:srgbClr val="3b4540"/>
                </a:solidFill>
                <a:latin typeface="Fraunces ExtraBold"/>
                <a:ea typeface="Fraunces ExtraBold"/>
              </a:rPr>
              <a:t>The Three Pillars of Observability</a:t>
            </a:r>
            <a:endParaRPr b="0" lang="en-IN" sz="2900" spc="-1" strike="noStrike">
              <a:latin typeface="Arial"/>
            </a:endParaRPr>
          </a:p>
        </p:txBody>
      </p:sp>
      <p:sp>
        <p:nvSpPr>
          <p:cNvPr id="856" name="Text 1"/>
          <p:cNvSpPr/>
          <p:nvPr/>
        </p:nvSpPr>
        <p:spPr>
          <a:xfrm>
            <a:off x="661320" y="2383920"/>
            <a:ext cx="3424680" cy="2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4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Metrics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857" name="Text 2"/>
          <p:cNvSpPr/>
          <p:nvPr/>
        </p:nvSpPr>
        <p:spPr>
          <a:xfrm>
            <a:off x="661320" y="2696760"/>
            <a:ext cx="342468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r">
              <a:lnSpc>
                <a:spcPct val="127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Quantitative measurements like CPU usage, memory consumption, and response times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858" name="Text 3"/>
          <p:cNvSpPr/>
          <p:nvPr/>
        </p:nvSpPr>
        <p:spPr>
          <a:xfrm>
            <a:off x="661320" y="3229560"/>
            <a:ext cx="3424680" cy="10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9400" bIns="0" anchor="t">
            <a:normAutofit/>
          </a:bodyPr>
          <a:p>
            <a:pPr marL="233640" indent="-233640">
              <a:lnSpc>
                <a:spcPct val="127000"/>
              </a:lnSpc>
              <a:buClr>
                <a:srgbClr val="40544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CPU utilization</a:t>
            </a:r>
            <a:endParaRPr b="0" lang="en-IN" sz="1150" spc="-1" strike="noStrike">
              <a:latin typeface="Arial"/>
            </a:endParaRPr>
          </a:p>
          <a:p>
            <a:pPr marL="233640" indent="-233640">
              <a:lnSpc>
                <a:spcPct val="127000"/>
              </a:lnSpc>
              <a:buClr>
                <a:srgbClr val="40544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Memory usage</a:t>
            </a:r>
            <a:endParaRPr b="0" lang="en-IN" sz="1150" spc="-1" strike="noStrike">
              <a:latin typeface="Arial"/>
            </a:endParaRPr>
          </a:p>
          <a:p>
            <a:pPr marL="233640" indent="-233640">
              <a:lnSpc>
                <a:spcPct val="127000"/>
              </a:lnSpc>
              <a:buClr>
                <a:srgbClr val="40544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Response time</a:t>
            </a:r>
            <a:endParaRPr b="0" lang="en-IN" sz="1150" spc="-1" strike="noStrike">
              <a:latin typeface="Arial"/>
            </a:endParaRPr>
          </a:p>
          <a:p>
            <a:pPr marL="233640" indent="-233640">
              <a:lnSpc>
                <a:spcPct val="127000"/>
              </a:lnSpc>
              <a:buClr>
                <a:srgbClr val="40544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Throughput</a:t>
            </a:r>
            <a:endParaRPr b="0" lang="en-IN" sz="1150" spc="-1" strike="noStrike">
              <a:latin typeface="Arial"/>
            </a:endParaRPr>
          </a:p>
        </p:txBody>
      </p:sp>
      <p:pic>
        <p:nvPicPr>
          <p:cNvPr id="859" name="Image 0" descr="preencoded.png"/>
          <p:cNvPicPr/>
          <p:nvPr/>
        </p:nvPicPr>
        <p:blipFill>
          <a:blip r:embed="rId1"/>
          <a:stretch/>
        </p:blipFill>
        <p:spPr>
          <a:xfrm>
            <a:off x="4384080" y="1617840"/>
            <a:ext cx="3423240" cy="3423240"/>
          </a:xfrm>
          <a:prstGeom prst="rect">
            <a:avLst/>
          </a:prstGeom>
          <a:ln w="0">
            <a:noFill/>
          </a:ln>
        </p:spPr>
      </p:pic>
      <p:pic>
        <p:nvPicPr>
          <p:cNvPr id="860" name="Image 1" descr="preencoded.png"/>
          <p:cNvPicPr/>
          <p:nvPr/>
        </p:nvPicPr>
        <p:blipFill>
          <a:blip r:embed="rId2"/>
          <a:stretch/>
        </p:blipFill>
        <p:spPr>
          <a:xfrm>
            <a:off x="4786200" y="3218040"/>
            <a:ext cx="222120" cy="222120"/>
          </a:xfrm>
          <a:prstGeom prst="rect">
            <a:avLst/>
          </a:prstGeom>
          <a:ln w="0">
            <a:noFill/>
          </a:ln>
        </p:spPr>
      </p:pic>
      <p:sp>
        <p:nvSpPr>
          <p:cNvPr id="861" name="Text 4"/>
          <p:cNvSpPr/>
          <p:nvPr/>
        </p:nvSpPr>
        <p:spPr>
          <a:xfrm>
            <a:off x="8030880" y="1326960"/>
            <a:ext cx="3498840" cy="2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4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Logs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862" name="Text 5"/>
          <p:cNvSpPr/>
          <p:nvPr/>
        </p:nvSpPr>
        <p:spPr>
          <a:xfrm>
            <a:off x="8030880" y="1639800"/>
            <a:ext cx="349884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7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Detailed records of application and system events with timestamps and context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863" name="Text 6"/>
          <p:cNvSpPr/>
          <p:nvPr/>
        </p:nvSpPr>
        <p:spPr>
          <a:xfrm>
            <a:off x="8030880" y="2172600"/>
            <a:ext cx="3498840" cy="10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9400" bIns="0" anchor="t">
            <a:normAutofit/>
          </a:bodyPr>
          <a:p>
            <a:pPr marL="233640" indent="-233640">
              <a:lnSpc>
                <a:spcPct val="127000"/>
              </a:lnSpc>
              <a:buClr>
                <a:srgbClr val="40544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Application logs</a:t>
            </a:r>
            <a:endParaRPr b="0" lang="en-IN" sz="1150" spc="-1" strike="noStrike">
              <a:latin typeface="Arial"/>
            </a:endParaRPr>
          </a:p>
          <a:p>
            <a:pPr marL="233640" indent="-233640">
              <a:lnSpc>
                <a:spcPct val="127000"/>
              </a:lnSpc>
              <a:buClr>
                <a:srgbClr val="40544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System logs</a:t>
            </a:r>
            <a:endParaRPr b="0" lang="en-IN" sz="1150" spc="-1" strike="noStrike">
              <a:latin typeface="Arial"/>
            </a:endParaRPr>
          </a:p>
          <a:p>
            <a:pPr marL="233640" indent="-233640">
              <a:lnSpc>
                <a:spcPct val="127000"/>
              </a:lnSpc>
              <a:buClr>
                <a:srgbClr val="40544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Error messages</a:t>
            </a:r>
            <a:endParaRPr b="0" lang="en-IN" sz="1150" spc="-1" strike="noStrike">
              <a:latin typeface="Arial"/>
            </a:endParaRPr>
          </a:p>
          <a:p>
            <a:pPr marL="233640" indent="-233640">
              <a:lnSpc>
                <a:spcPct val="127000"/>
              </a:lnSpc>
              <a:buClr>
                <a:srgbClr val="40544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Audit trails</a:t>
            </a:r>
            <a:endParaRPr b="0" lang="en-IN" sz="1150" spc="-1" strike="noStrike">
              <a:latin typeface="Arial"/>
            </a:endParaRPr>
          </a:p>
        </p:txBody>
      </p:sp>
      <p:pic>
        <p:nvPicPr>
          <p:cNvPr id="864" name="Image 2" descr="preencoded.png"/>
          <p:cNvPicPr/>
          <p:nvPr/>
        </p:nvPicPr>
        <p:blipFill>
          <a:blip r:embed="rId3"/>
          <a:stretch/>
        </p:blipFill>
        <p:spPr>
          <a:xfrm>
            <a:off x="4384080" y="1617840"/>
            <a:ext cx="3423240" cy="3423240"/>
          </a:xfrm>
          <a:prstGeom prst="rect">
            <a:avLst/>
          </a:prstGeom>
          <a:ln w="0">
            <a:noFill/>
          </a:ln>
        </p:spPr>
      </p:pic>
      <p:pic>
        <p:nvPicPr>
          <p:cNvPr id="865" name="Image 3" descr="preencoded.png"/>
          <p:cNvPicPr/>
          <p:nvPr/>
        </p:nvPicPr>
        <p:blipFill>
          <a:blip r:embed="rId4"/>
          <a:stretch/>
        </p:blipFill>
        <p:spPr>
          <a:xfrm>
            <a:off x="6583680" y="2180160"/>
            <a:ext cx="222120" cy="222120"/>
          </a:xfrm>
          <a:prstGeom prst="rect">
            <a:avLst/>
          </a:prstGeom>
          <a:ln w="0">
            <a:noFill/>
          </a:ln>
        </p:spPr>
      </p:pic>
      <p:sp>
        <p:nvSpPr>
          <p:cNvPr id="866" name="Text 7"/>
          <p:cNvSpPr/>
          <p:nvPr/>
        </p:nvSpPr>
        <p:spPr>
          <a:xfrm>
            <a:off x="8030880" y="3441240"/>
            <a:ext cx="3498840" cy="23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4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Traces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867" name="Text 8"/>
          <p:cNvSpPr/>
          <p:nvPr/>
        </p:nvSpPr>
        <p:spPr>
          <a:xfrm>
            <a:off x="8030880" y="3754080"/>
            <a:ext cx="349884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7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End-to-end journey of requests through your distributed systems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868" name="Text 9"/>
          <p:cNvSpPr/>
          <p:nvPr/>
        </p:nvSpPr>
        <p:spPr>
          <a:xfrm>
            <a:off x="8030880" y="4286880"/>
            <a:ext cx="3498840" cy="10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9400" bIns="0" anchor="t">
            <a:normAutofit/>
          </a:bodyPr>
          <a:p>
            <a:pPr marL="233640" indent="-233640">
              <a:lnSpc>
                <a:spcPct val="127000"/>
              </a:lnSpc>
              <a:buClr>
                <a:srgbClr val="40544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Request flow</a:t>
            </a:r>
            <a:endParaRPr b="0" lang="en-IN" sz="1150" spc="-1" strike="noStrike">
              <a:latin typeface="Arial"/>
            </a:endParaRPr>
          </a:p>
          <a:p>
            <a:pPr marL="233640" indent="-233640">
              <a:lnSpc>
                <a:spcPct val="127000"/>
              </a:lnSpc>
              <a:buClr>
                <a:srgbClr val="40544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Service dependencies</a:t>
            </a:r>
            <a:endParaRPr b="0" lang="en-IN" sz="1150" spc="-1" strike="noStrike">
              <a:latin typeface="Arial"/>
            </a:endParaRPr>
          </a:p>
          <a:p>
            <a:pPr marL="233640" indent="-233640">
              <a:lnSpc>
                <a:spcPct val="127000"/>
              </a:lnSpc>
              <a:buClr>
                <a:srgbClr val="40544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Bottleneck identification</a:t>
            </a:r>
            <a:endParaRPr b="0" lang="en-IN" sz="1150" spc="-1" strike="noStrike">
              <a:latin typeface="Arial"/>
            </a:endParaRPr>
          </a:p>
          <a:p>
            <a:pPr marL="233640" indent="-233640">
              <a:lnSpc>
                <a:spcPct val="127000"/>
              </a:lnSpc>
              <a:buClr>
                <a:srgbClr val="405449"/>
              </a:buClr>
              <a:buFont typeface="Symbol" charset="2"/>
              <a:buChar char=""/>
            </a:pPr>
            <a:r>
              <a:rPr b="0" lang="en-US" sz="1150" spc="-1" strike="noStrike">
                <a:solidFill>
                  <a:srgbClr val="405449"/>
                </a:solidFill>
                <a:latin typeface="Nobile"/>
                <a:ea typeface="Nobile"/>
              </a:rPr>
              <a:t>Performance correlation</a:t>
            </a:r>
            <a:endParaRPr b="0" lang="en-IN" sz="1150" spc="-1" strike="noStrike">
              <a:latin typeface="Arial"/>
            </a:endParaRPr>
          </a:p>
        </p:txBody>
      </p:sp>
      <p:pic>
        <p:nvPicPr>
          <p:cNvPr id="869" name="Image 4" descr="preencoded.png"/>
          <p:cNvPicPr/>
          <p:nvPr/>
        </p:nvPicPr>
        <p:blipFill>
          <a:blip r:embed="rId5"/>
          <a:stretch/>
        </p:blipFill>
        <p:spPr>
          <a:xfrm>
            <a:off x="4384080" y="1617840"/>
            <a:ext cx="3423240" cy="3423240"/>
          </a:xfrm>
          <a:prstGeom prst="rect">
            <a:avLst/>
          </a:prstGeom>
          <a:ln w="0">
            <a:noFill/>
          </a:ln>
        </p:spPr>
      </p:pic>
      <p:pic>
        <p:nvPicPr>
          <p:cNvPr id="870" name="Image 5" descr="preencoded.png"/>
          <p:cNvPicPr/>
          <p:nvPr/>
        </p:nvPicPr>
        <p:blipFill>
          <a:blip r:embed="rId6"/>
          <a:stretch/>
        </p:blipFill>
        <p:spPr>
          <a:xfrm>
            <a:off x="6583680" y="4255920"/>
            <a:ext cx="222120" cy="222120"/>
          </a:xfrm>
          <a:prstGeom prst="rect">
            <a:avLst/>
          </a:prstGeom>
          <a:ln w="0">
            <a:noFill/>
          </a:ln>
        </p:spPr>
      </p:pic>
      <p:sp>
        <p:nvSpPr>
          <p:cNvPr id="871" name="Shape 10"/>
          <p:cNvSpPr/>
          <p:nvPr/>
        </p:nvSpPr>
        <p:spPr>
          <a:xfrm>
            <a:off x="661320" y="5482800"/>
            <a:ext cx="10868400" cy="780840"/>
          </a:xfrm>
          <a:prstGeom prst="roundRect">
            <a:avLst>
              <a:gd name="adj" fmla="val 17146"/>
            </a:avLst>
          </a:prstGeom>
          <a:solidFill>
            <a:srgbClr val="b6d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872" name="Image 6" descr="preencoded.png"/>
          <p:cNvPicPr/>
          <p:nvPr/>
        </p:nvPicPr>
        <p:blipFill>
          <a:blip r:embed="rId7"/>
          <a:stretch/>
        </p:blipFill>
        <p:spPr>
          <a:xfrm>
            <a:off x="810360" y="5676120"/>
            <a:ext cx="185760" cy="148320"/>
          </a:xfrm>
          <a:prstGeom prst="rect">
            <a:avLst/>
          </a:prstGeom>
          <a:ln w="0">
            <a:noFill/>
          </a:ln>
        </p:spPr>
      </p:pic>
      <p:sp>
        <p:nvSpPr>
          <p:cNvPr id="873" name="Text 11"/>
          <p:cNvSpPr/>
          <p:nvPr/>
        </p:nvSpPr>
        <p:spPr>
          <a:xfrm>
            <a:off x="1145160" y="5654160"/>
            <a:ext cx="1023588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7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000000"/>
                </a:solidFill>
                <a:latin typeface="Nobile Bold"/>
                <a:ea typeface="Nobile Bold"/>
              </a:rPr>
              <a:t>Example:</a:t>
            </a:r>
            <a:r>
              <a:rPr b="0" lang="en-US" sz="1150" spc="-1" strike="noStrike">
                <a:solidFill>
                  <a:srgbClr val="000000"/>
                </a:solidFill>
                <a:latin typeface="Nobile"/>
                <a:ea typeface="Nobile"/>
              </a:rPr>
              <a:t> A user request takes 200ms total - metrics show the timing, logs reveal "DB query executed in 180ms", and traces identify the database as the bottleneck.</a:t>
            </a:r>
            <a:endParaRPr b="0" lang="en-IN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12191400" cy="1756800"/>
          </a:xfrm>
          <a:prstGeom prst="rect">
            <a:avLst/>
          </a:prstGeom>
          <a:ln w="0">
            <a:noFill/>
          </a:ln>
        </p:spPr>
      </p:pic>
      <p:sp>
        <p:nvSpPr>
          <p:cNvPr id="875" name="Text 0"/>
          <p:cNvSpPr/>
          <p:nvPr/>
        </p:nvSpPr>
        <p:spPr>
          <a:xfrm>
            <a:off x="661320" y="2401560"/>
            <a:ext cx="1086840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2750" spc="-1" strike="noStrike">
                <a:solidFill>
                  <a:srgbClr val="3b4540"/>
                </a:solidFill>
                <a:latin typeface="Fraunces ExtraBold"/>
                <a:ea typeface="Fraunces ExtraBold"/>
              </a:rPr>
              <a:t>New Relic Architecture Overview</a:t>
            </a:r>
            <a:endParaRPr b="0" lang="en-IN" sz="2750" spc="-1" strike="noStrike">
              <a:latin typeface="Arial"/>
            </a:endParaRPr>
          </a:p>
        </p:txBody>
      </p:sp>
      <p:pic>
        <p:nvPicPr>
          <p:cNvPr id="876" name="Image 1" descr="preencoded.png"/>
          <p:cNvPicPr/>
          <p:nvPr/>
        </p:nvPicPr>
        <p:blipFill>
          <a:blip r:embed="rId2"/>
          <a:stretch/>
        </p:blipFill>
        <p:spPr>
          <a:xfrm>
            <a:off x="661320" y="3020040"/>
            <a:ext cx="5433840" cy="561960"/>
          </a:xfrm>
          <a:prstGeom prst="rect">
            <a:avLst/>
          </a:prstGeom>
          <a:ln w="0">
            <a:noFill/>
          </a:ln>
        </p:spPr>
      </p:pic>
      <p:sp>
        <p:nvSpPr>
          <p:cNvPr id="877" name="Text 1"/>
          <p:cNvSpPr/>
          <p:nvPr/>
        </p:nvSpPr>
        <p:spPr>
          <a:xfrm>
            <a:off x="802080" y="3701880"/>
            <a:ext cx="5153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Application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878" name="Text 2"/>
          <p:cNvSpPr/>
          <p:nvPr/>
        </p:nvSpPr>
        <p:spPr>
          <a:xfrm>
            <a:off x="802080" y="3993120"/>
            <a:ext cx="515304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Nobile"/>
                <a:ea typeface="Nobile"/>
              </a:rPr>
              <a:t>Your running applications with business logic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879" name="Image 2" descr="preencoded.png"/>
          <p:cNvPicPr/>
          <p:nvPr/>
        </p:nvPicPr>
        <p:blipFill>
          <a:blip r:embed="rId3"/>
          <a:stretch/>
        </p:blipFill>
        <p:spPr>
          <a:xfrm>
            <a:off x="6095880" y="3020040"/>
            <a:ext cx="5433840" cy="561960"/>
          </a:xfrm>
          <a:prstGeom prst="rect">
            <a:avLst/>
          </a:prstGeom>
          <a:ln w="0">
            <a:noFill/>
          </a:ln>
        </p:spPr>
      </p:pic>
      <p:sp>
        <p:nvSpPr>
          <p:cNvPr id="880" name="Text 3"/>
          <p:cNvSpPr/>
          <p:nvPr/>
        </p:nvSpPr>
        <p:spPr>
          <a:xfrm>
            <a:off x="6236280" y="3701880"/>
            <a:ext cx="5153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Agent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881" name="Text 4"/>
          <p:cNvSpPr/>
          <p:nvPr/>
        </p:nvSpPr>
        <p:spPr>
          <a:xfrm>
            <a:off x="6236280" y="3993120"/>
            <a:ext cx="515304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Nobile"/>
                <a:ea typeface="Nobile"/>
              </a:rPr>
              <a:t>Language-specific agents (Java, Python, Node.js) that instrument your code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882" name="Image 3" descr="preencoded.png"/>
          <p:cNvPicPr/>
          <p:nvPr/>
        </p:nvPicPr>
        <p:blipFill>
          <a:blip r:embed="rId4"/>
          <a:stretch/>
        </p:blipFill>
        <p:spPr>
          <a:xfrm>
            <a:off x="661320" y="4341600"/>
            <a:ext cx="5433840" cy="561960"/>
          </a:xfrm>
          <a:prstGeom prst="rect">
            <a:avLst/>
          </a:prstGeom>
          <a:ln w="0">
            <a:noFill/>
          </a:ln>
        </p:spPr>
      </p:pic>
      <p:sp>
        <p:nvSpPr>
          <p:cNvPr id="883" name="Text 5"/>
          <p:cNvSpPr/>
          <p:nvPr/>
        </p:nvSpPr>
        <p:spPr>
          <a:xfrm>
            <a:off x="802080" y="5023440"/>
            <a:ext cx="5153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New Relic Platform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884" name="Text 6"/>
          <p:cNvSpPr/>
          <p:nvPr/>
        </p:nvSpPr>
        <p:spPr>
          <a:xfrm>
            <a:off x="802080" y="5314680"/>
            <a:ext cx="515304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Nobile"/>
                <a:ea typeface="Nobile"/>
              </a:rPr>
              <a:t>Telemetry Data Platform that collects and processes all data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885" name="Image 4" descr="preencoded.png"/>
          <p:cNvPicPr/>
          <p:nvPr/>
        </p:nvPicPr>
        <p:blipFill>
          <a:blip r:embed="rId5"/>
          <a:stretch/>
        </p:blipFill>
        <p:spPr>
          <a:xfrm>
            <a:off x="6095880" y="4341600"/>
            <a:ext cx="5433840" cy="561960"/>
          </a:xfrm>
          <a:prstGeom prst="rect">
            <a:avLst/>
          </a:prstGeom>
          <a:ln w="0">
            <a:noFill/>
          </a:ln>
        </p:spPr>
      </p:pic>
      <p:sp>
        <p:nvSpPr>
          <p:cNvPr id="886" name="Text 7"/>
          <p:cNvSpPr/>
          <p:nvPr/>
        </p:nvSpPr>
        <p:spPr>
          <a:xfrm>
            <a:off x="6236280" y="5023440"/>
            <a:ext cx="5153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Dashboards &amp; Alerts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887" name="Text 8"/>
          <p:cNvSpPr/>
          <p:nvPr/>
        </p:nvSpPr>
        <p:spPr>
          <a:xfrm>
            <a:off x="6236280" y="5314680"/>
            <a:ext cx="515304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Nobile"/>
                <a:ea typeface="Nobile"/>
              </a:rPr>
              <a:t>Visualization and notification systems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88" name="Text 9"/>
          <p:cNvSpPr/>
          <p:nvPr/>
        </p:nvSpPr>
        <p:spPr>
          <a:xfrm>
            <a:off x="661320" y="5797440"/>
            <a:ext cx="1086840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Nobile"/>
                <a:ea typeface="Nobile"/>
              </a:rPr>
              <a:t>The architecture ensures minimal performance impact while providing comprehensive monitoring. Agents automatically collect telemetry data and send it securely to New Relic's platform for analysis and visualization.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Text 0"/>
          <p:cNvSpPr/>
          <p:nvPr/>
        </p:nvSpPr>
        <p:spPr>
          <a:xfrm>
            <a:off x="625320" y="432000"/>
            <a:ext cx="10868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3b4540"/>
                </a:solidFill>
                <a:latin typeface="Fraunces ExtraBold"/>
                <a:ea typeface="Fraunces ExtraBold"/>
              </a:rPr>
              <a:t>Getting Started with New Relic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890" name="Text 1"/>
          <p:cNvSpPr/>
          <p:nvPr/>
        </p:nvSpPr>
        <p:spPr>
          <a:xfrm>
            <a:off x="661320" y="1090080"/>
            <a:ext cx="140040" cy="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05449"/>
                </a:solidFill>
                <a:latin typeface="Fraunces Light"/>
                <a:ea typeface="Fraunces Light"/>
              </a:rPr>
              <a:t>01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91" name="Shape 2"/>
          <p:cNvSpPr/>
          <p:nvPr/>
        </p:nvSpPr>
        <p:spPr>
          <a:xfrm>
            <a:off x="661320" y="1275120"/>
            <a:ext cx="5348160" cy="6120"/>
          </a:xfrm>
          <a:prstGeom prst="rect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2" name="Text 3"/>
          <p:cNvSpPr/>
          <p:nvPr/>
        </p:nvSpPr>
        <p:spPr>
          <a:xfrm>
            <a:off x="661320" y="1287000"/>
            <a:ext cx="534816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Sign Up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893" name="Text 4"/>
          <p:cNvSpPr/>
          <p:nvPr/>
        </p:nvSpPr>
        <p:spPr>
          <a:xfrm>
            <a:off x="661320" y="1498680"/>
            <a:ext cx="5348160" cy="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95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05449"/>
                </a:solidFill>
                <a:latin typeface="Nobile"/>
                <a:ea typeface="Nobile"/>
              </a:rPr>
              <a:t>Create a free New Relic account - no credit card required for the free tier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94" name="Text 5"/>
          <p:cNvSpPr/>
          <p:nvPr/>
        </p:nvSpPr>
        <p:spPr>
          <a:xfrm>
            <a:off x="661320" y="1733040"/>
            <a:ext cx="140040" cy="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05449"/>
                </a:solidFill>
                <a:latin typeface="Fraunces Light"/>
                <a:ea typeface="Fraunces Light"/>
              </a:rPr>
              <a:t>02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95" name="Shape 6"/>
          <p:cNvSpPr/>
          <p:nvPr/>
        </p:nvSpPr>
        <p:spPr>
          <a:xfrm>
            <a:off x="661320" y="1882080"/>
            <a:ext cx="5348160" cy="6120"/>
          </a:xfrm>
          <a:prstGeom prst="rect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6" name="Text 7"/>
          <p:cNvSpPr/>
          <p:nvPr/>
        </p:nvSpPr>
        <p:spPr>
          <a:xfrm>
            <a:off x="661320" y="1857960"/>
            <a:ext cx="534816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Install Agent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897" name="Text 8"/>
          <p:cNvSpPr/>
          <p:nvPr/>
        </p:nvSpPr>
        <p:spPr>
          <a:xfrm>
            <a:off x="661320" y="2105640"/>
            <a:ext cx="5348160" cy="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95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05449"/>
                </a:solidFill>
                <a:latin typeface="Nobile"/>
                <a:ea typeface="Nobile"/>
              </a:rPr>
              <a:t>Add the appropriate language agent to your application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98" name="Text 9"/>
          <p:cNvSpPr/>
          <p:nvPr/>
        </p:nvSpPr>
        <p:spPr>
          <a:xfrm>
            <a:off x="661320" y="2340360"/>
            <a:ext cx="140040" cy="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05449"/>
                </a:solidFill>
                <a:latin typeface="Fraunces Light"/>
                <a:ea typeface="Fraunces Light"/>
              </a:rPr>
              <a:t>03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99" name="Shape 10"/>
          <p:cNvSpPr/>
          <p:nvPr/>
        </p:nvSpPr>
        <p:spPr>
          <a:xfrm>
            <a:off x="661320" y="2489400"/>
            <a:ext cx="5348160" cy="6120"/>
          </a:xfrm>
          <a:prstGeom prst="rect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0" name="Text 11"/>
          <p:cNvSpPr/>
          <p:nvPr/>
        </p:nvSpPr>
        <p:spPr>
          <a:xfrm>
            <a:off x="661320" y="2501280"/>
            <a:ext cx="534816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Configure License Key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901" name="Text 12"/>
          <p:cNvSpPr/>
          <p:nvPr/>
        </p:nvSpPr>
        <p:spPr>
          <a:xfrm>
            <a:off x="661320" y="2712960"/>
            <a:ext cx="5348160" cy="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95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05449"/>
                </a:solidFill>
                <a:latin typeface="Nobile"/>
                <a:ea typeface="Nobile"/>
              </a:rPr>
              <a:t>Set up your unique license key for data collection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02" name="Text 13"/>
          <p:cNvSpPr/>
          <p:nvPr/>
        </p:nvSpPr>
        <p:spPr>
          <a:xfrm>
            <a:off x="661320" y="3055320"/>
            <a:ext cx="140040" cy="8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05449"/>
                </a:solidFill>
                <a:latin typeface="Fraunces Light"/>
                <a:ea typeface="Fraunces Light"/>
              </a:rPr>
              <a:t>04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03" name="Shape 14"/>
          <p:cNvSpPr/>
          <p:nvPr/>
        </p:nvSpPr>
        <p:spPr>
          <a:xfrm>
            <a:off x="661320" y="3240360"/>
            <a:ext cx="5348160" cy="6120"/>
          </a:xfrm>
          <a:prstGeom prst="rect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4" name="Text 15"/>
          <p:cNvSpPr/>
          <p:nvPr/>
        </p:nvSpPr>
        <p:spPr>
          <a:xfrm>
            <a:off x="661320" y="3288240"/>
            <a:ext cx="534816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Deploy &amp; Monitor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905" name="Text 16"/>
          <p:cNvSpPr/>
          <p:nvPr/>
        </p:nvSpPr>
        <p:spPr>
          <a:xfrm>
            <a:off x="661320" y="3607920"/>
            <a:ext cx="5348160" cy="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95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05449"/>
                </a:solidFill>
                <a:latin typeface="Nobile"/>
                <a:ea typeface="Nobile"/>
              </a:rPr>
              <a:t>Deploy your instrumented application and start monitoring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06" name="Text 17"/>
          <p:cNvSpPr/>
          <p:nvPr/>
        </p:nvSpPr>
        <p:spPr>
          <a:xfrm>
            <a:off x="6188040" y="906480"/>
            <a:ext cx="5348160" cy="10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b4540"/>
                </a:solidFill>
                <a:latin typeface="Fraunces ExtraBold"/>
                <a:ea typeface="Fraunces ExtraBold"/>
              </a:rPr>
              <a:t>Node.js Example Setup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907" name="Shape 18"/>
          <p:cNvSpPr/>
          <p:nvPr/>
        </p:nvSpPr>
        <p:spPr>
          <a:xfrm>
            <a:off x="6188040" y="1337760"/>
            <a:ext cx="5348160" cy="1375560"/>
          </a:xfrm>
          <a:prstGeom prst="roundRect">
            <a:avLst>
              <a:gd name="adj" fmla="val 4598"/>
            </a:avLst>
          </a:prstGeom>
          <a:solidFill>
            <a:srgbClr val="edf2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8" name="Text 19"/>
          <p:cNvSpPr/>
          <p:nvPr/>
        </p:nvSpPr>
        <p:spPr>
          <a:xfrm>
            <a:off x="6272280" y="1407960"/>
            <a:ext cx="5247720" cy="183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59000"/>
          </a:bodyPr>
          <a:p>
            <a:r>
              <a:rPr b="0" lang="en-US" sz="2400" spc="-1" strike="noStrike">
                <a:solidFill>
                  <a:srgbClr val="24292e"/>
                </a:solidFill>
                <a:latin typeface="Consolas"/>
                <a:ea typeface="Consolas"/>
              </a:rPr>
              <a:t>npm install newrelic</a:t>
            </a:r>
            <a:endParaRPr b="0" lang="en-IN" sz="2400" spc="-1" strike="noStrike">
              <a:latin typeface="Arial"/>
            </a:endParaRPr>
          </a:p>
          <a:p>
            <a:endParaRPr b="0" lang="en-IN" sz="550" spc="-1" strike="noStrike">
              <a:latin typeface="Arial"/>
            </a:endParaRPr>
          </a:p>
          <a:p>
            <a:r>
              <a:rPr b="0" lang="en-US" sz="2400" spc="-1" strike="noStrike">
                <a:solidFill>
                  <a:srgbClr val="24292e"/>
                </a:solidFill>
                <a:latin typeface="Consolas"/>
                <a:ea typeface="Consolas"/>
              </a:rPr>
              <a:t>// Add to top of app.js</a:t>
            </a:r>
            <a:endParaRPr b="0" lang="en-IN" sz="2400" spc="-1" strike="noStrike">
              <a:latin typeface="Arial"/>
            </a:endParaRPr>
          </a:p>
          <a:p>
            <a:r>
              <a:rPr b="0" lang="en-US" sz="2400" spc="-1" strike="noStrike">
                <a:solidFill>
                  <a:srgbClr val="24292e"/>
                </a:solidFill>
                <a:latin typeface="Consolas"/>
                <a:ea typeface="Consolas"/>
              </a:rPr>
              <a:t>require('newrelic')</a:t>
            </a:r>
            <a:endParaRPr b="0" lang="en-IN" sz="2400" spc="-1" strike="noStrike">
              <a:latin typeface="Arial"/>
            </a:endParaRPr>
          </a:p>
          <a:p>
            <a:endParaRPr b="0" lang="en-IN" sz="550" spc="-1" strike="noStrike">
              <a:latin typeface="Arial"/>
            </a:endParaRPr>
          </a:p>
          <a:p>
            <a:r>
              <a:rPr b="0" lang="en-US" sz="2400" spc="-1" strike="noStrike">
                <a:solidFill>
                  <a:srgbClr val="24292e"/>
                </a:solidFill>
                <a:latin typeface="Consolas"/>
                <a:ea typeface="Consolas"/>
              </a:rPr>
              <a:t>// Configure in newrelic.js</a:t>
            </a:r>
            <a:endParaRPr b="0" lang="en-IN" sz="2400" spc="-1" strike="noStrike">
              <a:latin typeface="Arial"/>
            </a:endParaRPr>
          </a:p>
          <a:p>
            <a:r>
              <a:rPr b="0" lang="en-US" sz="2400" spc="-1" strike="noStrike">
                <a:solidFill>
                  <a:srgbClr val="24292e"/>
                </a:solidFill>
                <a:latin typeface="Consolas"/>
                <a:ea typeface="Consolas"/>
              </a:rPr>
              <a:t>exports.config = {</a:t>
            </a:r>
            <a:endParaRPr b="0" lang="en-IN" sz="2400" spc="-1" strike="noStrike">
              <a:latin typeface="Arial"/>
            </a:endParaRPr>
          </a:p>
          <a:p>
            <a:r>
              <a:rPr b="0" lang="en-US" sz="2400" spc="-1" strike="noStrike">
                <a:solidFill>
                  <a:srgbClr val="24292e"/>
                </a:solidFill>
                <a:latin typeface="Consolas"/>
                <a:ea typeface="Consolas"/>
              </a:rPr>
              <a:t>  </a:t>
            </a:r>
            <a:r>
              <a:rPr b="0" lang="en-US" sz="2400" spc="-1" strike="noStrike">
                <a:solidFill>
                  <a:srgbClr val="24292e"/>
                </a:solidFill>
                <a:latin typeface="Consolas"/>
                <a:ea typeface="Consolas"/>
              </a:rPr>
              <a:t>app_name: ['My App'],</a:t>
            </a:r>
            <a:endParaRPr b="0" lang="en-IN" sz="2400" spc="-1" strike="noStrike">
              <a:latin typeface="Arial"/>
            </a:endParaRPr>
          </a:p>
          <a:p>
            <a:r>
              <a:rPr b="0" lang="en-US" sz="2400" spc="-1" strike="noStrike">
                <a:solidFill>
                  <a:srgbClr val="24292e"/>
                </a:solidFill>
                <a:latin typeface="Consolas"/>
                <a:ea typeface="Consolas"/>
              </a:rPr>
              <a:t>  </a:t>
            </a:r>
            <a:r>
              <a:rPr b="0" lang="en-US" sz="2400" spc="-1" strike="noStrike">
                <a:solidFill>
                  <a:srgbClr val="24292e"/>
                </a:solidFill>
                <a:latin typeface="Consolas"/>
                <a:ea typeface="Consolas"/>
              </a:rPr>
              <a:t>license_key: 'your-license-key'</a:t>
            </a:r>
            <a:endParaRPr b="0" lang="en-IN" sz="2400" spc="-1" strike="noStrike">
              <a:latin typeface="Arial"/>
            </a:endParaRPr>
          </a:p>
          <a:p>
            <a:r>
              <a:rPr b="0" lang="en-US" sz="2400" spc="-1" strike="noStrike">
                <a:solidFill>
                  <a:srgbClr val="24292e"/>
                </a:solidFill>
                <a:latin typeface="Consolas"/>
                <a:ea typeface="Consolas"/>
              </a:rPr>
              <a:t>}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endParaRPr b="0" lang="en-IN" sz="550" spc="-1" strike="noStrike">
              <a:latin typeface="Arial"/>
            </a:endParaRPr>
          </a:p>
        </p:txBody>
      </p:sp>
      <p:sp>
        <p:nvSpPr>
          <p:cNvPr id="909" name="Text 20"/>
          <p:cNvSpPr/>
          <p:nvPr/>
        </p:nvSpPr>
        <p:spPr>
          <a:xfrm>
            <a:off x="661320" y="7313040"/>
            <a:ext cx="11477880" cy="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95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405449"/>
                </a:solidFill>
                <a:latin typeface="Nobile"/>
                <a:ea typeface="Nobile"/>
              </a:rPr>
              <a:t>After setup, you'll immediately see API response times, throughput, and errors in your New Relic dashboard.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" name="Image 0" descr="preencoded.png"/>
          <p:cNvPicPr/>
          <p:nvPr/>
        </p:nvPicPr>
        <p:blipFill>
          <a:blip r:embed="rId1"/>
          <a:stretch/>
        </p:blipFill>
        <p:spPr>
          <a:xfrm>
            <a:off x="7619760" y="0"/>
            <a:ext cx="4571640" cy="6857640"/>
          </a:xfrm>
          <a:prstGeom prst="rect">
            <a:avLst/>
          </a:prstGeom>
          <a:ln w="0">
            <a:noFill/>
          </a:ln>
        </p:spPr>
      </p:pic>
      <p:sp>
        <p:nvSpPr>
          <p:cNvPr id="911" name="Text 0"/>
          <p:cNvSpPr/>
          <p:nvPr/>
        </p:nvSpPr>
        <p:spPr>
          <a:xfrm>
            <a:off x="661320" y="691920"/>
            <a:ext cx="629640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2750" spc="-1" strike="noStrike">
                <a:solidFill>
                  <a:srgbClr val="3b4540"/>
                </a:solidFill>
                <a:latin typeface="Fraunces ExtraBold"/>
                <a:ea typeface="Fraunces ExtraBold"/>
              </a:rPr>
              <a:t>APM Deep Dive: Key Metrics</a:t>
            </a:r>
            <a:endParaRPr b="0" lang="en-IN" sz="2750" spc="-1" strike="noStrike">
              <a:latin typeface="Arial"/>
            </a:endParaRPr>
          </a:p>
        </p:txBody>
      </p:sp>
      <p:sp>
        <p:nvSpPr>
          <p:cNvPr id="912" name="Text 1"/>
          <p:cNvSpPr/>
          <p:nvPr/>
        </p:nvSpPr>
        <p:spPr>
          <a:xfrm>
            <a:off x="811440" y="1380600"/>
            <a:ext cx="169920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83000"/>
              </a:lnSpc>
              <a:buNone/>
              <a:tabLst>
                <a:tab algn="l" pos="0"/>
              </a:tabLst>
            </a:pPr>
            <a:r>
              <a:rPr b="0" lang="en-US" sz="36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450ms</a:t>
            </a:r>
            <a:endParaRPr b="0" lang="en-IN" sz="3650" spc="-1" strike="noStrike">
              <a:latin typeface="Arial"/>
            </a:endParaRPr>
          </a:p>
        </p:txBody>
      </p:sp>
      <p:sp>
        <p:nvSpPr>
          <p:cNvPr id="913" name="Text 2"/>
          <p:cNvSpPr/>
          <p:nvPr/>
        </p:nvSpPr>
        <p:spPr>
          <a:xfrm>
            <a:off x="661320" y="2004480"/>
            <a:ext cx="1999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Response Time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914" name="Text 3"/>
          <p:cNvSpPr/>
          <p:nvPr/>
        </p:nvSpPr>
        <p:spPr>
          <a:xfrm>
            <a:off x="661320" y="2295360"/>
            <a:ext cx="199908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Nobile"/>
                <a:ea typeface="Nobile"/>
              </a:rPr>
              <a:t>Average request duration for checkout API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15" name="Text 4"/>
          <p:cNvSpPr/>
          <p:nvPr/>
        </p:nvSpPr>
        <p:spPr>
          <a:xfrm>
            <a:off x="2960280" y="1380600"/>
            <a:ext cx="169920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83000"/>
              </a:lnSpc>
              <a:buNone/>
              <a:tabLst>
                <a:tab algn="l" pos="0"/>
              </a:tabLst>
            </a:pPr>
            <a:r>
              <a:rPr b="0" lang="en-US" sz="36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1.2K</a:t>
            </a:r>
            <a:endParaRPr b="0" lang="en-IN" sz="3650" spc="-1" strike="noStrike">
              <a:latin typeface="Arial"/>
            </a:endParaRPr>
          </a:p>
        </p:txBody>
      </p:sp>
      <p:sp>
        <p:nvSpPr>
          <p:cNvPr id="916" name="Text 5"/>
          <p:cNvSpPr/>
          <p:nvPr/>
        </p:nvSpPr>
        <p:spPr>
          <a:xfrm>
            <a:off x="2810160" y="2004480"/>
            <a:ext cx="1999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Throughput (RPM)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917" name="Text 6"/>
          <p:cNvSpPr/>
          <p:nvPr/>
        </p:nvSpPr>
        <p:spPr>
          <a:xfrm>
            <a:off x="2810160" y="2295360"/>
            <a:ext cx="199908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Nobile"/>
                <a:ea typeface="Nobile"/>
              </a:rPr>
              <a:t>Requests per minute during peak hours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18" name="Text 7"/>
          <p:cNvSpPr/>
          <p:nvPr/>
        </p:nvSpPr>
        <p:spPr>
          <a:xfrm>
            <a:off x="5108760" y="1380600"/>
            <a:ext cx="169920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83000"/>
              </a:lnSpc>
              <a:buNone/>
              <a:tabLst>
                <a:tab algn="l" pos="0"/>
              </a:tabLst>
            </a:pPr>
            <a:r>
              <a:rPr b="0" lang="en-US" sz="36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8%</a:t>
            </a:r>
            <a:endParaRPr b="0" lang="en-IN" sz="3650" spc="-1" strike="noStrike">
              <a:latin typeface="Arial"/>
            </a:endParaRPr>
          </a:p>
        </p:txBody>
      </p:sp>
      <p:sp>
        <p:nvSpPr>
          <p:cNvPr id="919" name="Text 8"/>
          <p:cNvSpPr/>
          <p:nvPr/>
        </p:nvSpPr>
        <p:spPr>
          <a:xfrm>
            <a:off x="4959000" y="2004480"/>
            <a:ext cx="1999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Error Rate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920" name="Text 9"/>
          <p:cNvSpPr/>
          <p:nvPr/>
        </p:nvSpPr>
        <p:spPr>
          <a:xfrm>
            <a:off x="4959000" y="2295360"/>
            <a:ext cx="199908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95000"/>
          </a:bodyPr>
          <a:p>
            <a:pPr algn="ctr"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Nobile"/>
                <a:ea typeface="Nobile"/>
              </a:rPr>
              <a:t>Percentage of failed requests (payment service issues)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21" name="Text 10"/>
          <p:cNvSpPr/>
          <p:nvPr/>
        </p:nvSpPr>
        <p:spPr>
          <a:xfrm>
            <a:off x="2960280" y="3020760"/>
            <a:ext cx="1699200" cy="46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83000"/>
              </a:lnSpc>
              <a:buNone/>
              <a:tabLst>
                <a:tab algn="l" pos="0"/>
              </a:tabLst>
            </a:pPr>
            <a:r>
              <a:rPr b="0" lang="en-US" sz="36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0.65</a:t>
            </a:r>
            <a:endParaRPr b="0" lang="en-IN" sz="3650" spc="-1" strike="noStrike">
              <a:latin typeface="Arial"/>
            </a:endParaRPr>
          </a:p>
        </p:txBody>
      </p:sp>
      <p:sp>
        <p:nvSpPr>
          <p:cNvPr id="922" name="Text 11"/>
          <p:cNvSpPr/>
          <p:nvPr/>
        </p:nvSpPr>
        <p:spPr>
          <a:xfrm>
            <a:off x="2810160" y="3644640"/>
            <a:ext cx="1999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Apdex Score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923" name="Text 12"/>
          <p:cNvSpPr/>
          <p:nvPr/>
        </p:nvSpPr>
        <p:spPr>
          <a:xfrm>
            <a:off x="2810160" y="3935880"/>
            <a:ext cx="199908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Nobile"/>
                <a:ea typeface="Nobile"/>
              </a:rPr>
              <a:t>User satisfaction index (poor experience)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24" name="Text 13"/>
          <p:cNvSpPr/>
          <p:nvPr/>
        </p:nvSpPr>
        <p:spPr>
          <a:xfrm>
            <a:off x="661320" y="4486320"/>
            <a:ext cx="6296400" cy="62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Nobile"/>
                <a:ea typeface="Nobile"/>
              </a:rPr>
              <a:t>These metrics provide immediate insights into application health. An Apdex score below 0.7 indicates user dissatisfaction, while error rates above 5% typically require immediate attention.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25" name="Shape 14"/>
          <p:cNvSpPr/>
          <p:nvPr/>
        </p:nvSpPr>
        <p:spPr>
          <a:xfrm>
            <a:off x="661320" y="5244840"/>
            <a:ext cx="6296400" cy="920880"/>
          </a:xfrm>
          <a:prstGeom prst="roundRect">
            <a:avLst>
              <a:gd name="adj" fmla="val 13733"/>
            </a:avLst>
          </a:prstGeom>
          <a:solidFill>
            <a:srgbClr val="fcf2b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926" name="Image 1" descr="preencoded.png"/>
          <p:cNvPicPr/>
          <p:nvPr/>
        </p:nvPicPr>
        <p:blipFill>
          <a:blip r:embed="rId2"/>
          <a:stretch/>
        </p:blipFill>
        <p:spPr>
          <a:xfrm>
            <a:off x="802080" y="5416200"/>
            <a:ext cx="175320" cy="140040"/>
          </a:xfrm>
          <a:prstGeom prst="rect">
            <a:avLst/>
          </a:prstGeom>
          <a:ln w="0">
            <a:noFill/>
          </a:ln>
        </p:spPr>
      </p:pic>
      <p:sp>
        <p:nvSpPr>
          <p:cNvPr id="927" name="Text 15"/>
          <p:cNvSpPr/>
          <p:nvPr/>
        </p:nvSpPr>
        <p:spPr>
          <a:xfrm>
            <a:off x="1118160" y="5399280"/>
            <a:ext cx="5699160" cy="62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3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0000"/>
                </a:solidFill>
                <a:latin typeface="Nobile Bold"/>
                <a:ea typeface="Nobile Bold"/>
              </a:rPr>
              <a:t>E-commerce Example:</a:t>
            </a:r>
            <a:r>
              <a:rPr b="0" lang="en-US" sz="1100" spc="-1" strike="noStrike">
                <a:solidFill>
                  <a:srgbClr val="000000"/>
                </a:solidFill>
                <a:latin typeface="Nobile"/>
                <a:ea typeface="Nobile"/>
              </a:rPr>
              <a:t> During Black Friday, the checkout API showed 450ms average response time with 8% error rate, indicating payment service failures that needed immediate resolution.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Text 0"/>
          <p:cNvSpPr/>
          <p:nvPr/>
        </p:nvSpPr>
        <p:spPr>
          <a:xfrm>
            <a:off x="661320" y="469800"/>
            <a:ext cx="10868400" cy="24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3b4540"/>
                </a:solidFill>
                <a:latin typeface="Fraunces ExtraBold"/>
                <a:ea typeface="Fraunces ExtraBold"/>
              </a:rPr>
              <a:t>Infrastructure &amp; Logs Monitoring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929" name="Text 1"/>
          <p:cNvSpPr/>
          <p:nvPr/>
        </p:nvSpPr>
        <p:spPr>
          <a:xfrm>
            <a:off x="661320" y="808560"/>
            <a:ext cx="533808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3b4540"/>
                </a:solidFill>
                <a:latin typeface="Fraunces ExtraBold"/>
                <a:ea typeface="Fraunces ExtraBold"/>
              </a:rPr>
              <a:t>Infrastructure Monitoring</a:t>
            </a:r>
            <a:endParaRPr b="0" lang="en-IN" sz="750" spc="-1" strike="noStrike">
              <a:latin typeface="Arial"/>
            </a:endParaRPr>
          </a:p>
        </p:txBody>
      </p:sp>
      <p:pic>
        <p:nvPicPr>
          <p:cNvPr id="930" name="Image 0" descr="preencoded.png"/>
          <p:cNvPicPr/>
          <p:nvPr/>
        </p:nvPicPr>
        <p:blipFill>
          <a:blip r:embed="rId1"/>
          <a:stretch/>
        </p:blipFill>
        <p:spPr>
          <a:xfrm>
            <a:off x="661320" y="973440"/>
            <a:ext cx="195840" cy="195840"/>
          </a:xfrm>
          <a:prstGeom prst="rect">
            <a:avLst/>
          </a:prstGeom>
          <a:ln w="0">
            <a:noFill/>
          </a:ln>
        </p:spPr>
      </p:pic>
      <p:sp>
        <p:nvSpPr>
          <p:cNvPr id="931" name="Text 2"/>
          <p:cNvSpPr/>
          <p:nvPr/>
        </p:nvSpPr>
        <p:spPr>
          <a:xfrm>
            <a:off x="904320" y="973440"/>
            <a:ext cx="509508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Hosts &amp; VMs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932" name="Text 3"/>
          <p:cNvSpPr/>
          <p:nvPr/>
        </p:nvSpPr>
        <p:spPr>
          <a:xfrm>
            <a:off x="904320" y="1133280"/>
            <a:ext cx="5095080" cy="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98000"/>
              </a:lnSpc>
              <a:buNone/>
              <a:tabLst>
                <a:tab algn="l" pos="0"/>
              </a:tabLst>
            </a:pPr>
            <a:r>
              <a:rPr b="0" lang="en-US" sz="600" spc="-1" strike="noStrike">
                <a:solidFill>
                  <a:srgbClr val="405449"/>
                </a:solidFill>
                <a:latin typeface="Nobile"/>
                <a:ea typeface="Nobile"/>
              </a:rPr>
              <a:t>Monitor physical and virtual machines with detailed system metrics</a:t>
            </a:r>
            <a:endParaRPr b="0" lang="en-IN" sz="600" spc="-1" strike="noStrike">
              <a:latin typeface="Arial"/>
            </a:endParaRPr>
          </a:p>
        </p:txBody>
      </p:sp>
      <p:pic>
        <p:nvPicPr>
          <p:cNvPr id="933" name="Image 1" descr="preencoded.png"/>
          <p:cNvPicPr/>
          <p:nvPr/>
        </p:nvPicPr>
        <p:blipFill>
          <a:blip r:embed="rId2"/>
          <a:stretch/>
        </p:blipFill>
        <p:spPr>
          <a:xfrm>
            <a:off x="661320" y="1300680"/>
            <a:ext cx="195840" cy="195840"/>
          </a:xfrm>
          <a:prstGeom prst="rect">
            <a:avLst/>
          </a:prstGeom>
          <a:ln w="0">
            <a:noFill/>
          </a:ln>
        </p:spPr>
      </p:pic>
      <p:sp>
        <p:nvSpPr>
          <p:cNvPr id="934" name="Text 4"/>
          <p:cNvSpPr/>
          <p:nvPr/>
        </p:nvSpPr>
        <p:spPr>
          <a:xfrm>
            <a:off x="904320" y="1300680"/>
            <a:ext cx="509508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Docker &amp; Kubernetes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935" name="Text 5"/>
          <p:cNvSpPr/>
          <p:nvPr/>
        </p:nvSpPr>
        <p:spPr>
          <a:xfrm>
            <a:off x="904320" y="1460520"/>
            <a:ext cx="5095080" cy="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98000"/>
              </a:lnSpc>
              <a:buNone/>
              <a:tabLst>
                <a:tab algn="l" pos="0"/>
              </a:tabLst>
            </a:pPr>
            <a:r>
              <a:rPr b="0" lang="en-US" sz="600" spc="-1" strike="noStrike">
                <a:solidFill>
                  <a:srgbClr val="405449"/>
                </a:solidFill>
                <a:latin typeface="Nobile"/>
                <a:ea typeface="Nobile"/>
              </a:rPr>
              <a:t>Container-level monitoring with pod health and resource usage</a:t>
            </a:r>
            <a:endParaRPr b="0" lang="en-IN" sz="600" spc="-1" strike="noStrike">
              <a:latin typeface="Arial"/>
            </a:endParaRPr>
          </a:p>
        </p:txBody>
      </p:sp>
      <p:pic>
        <p:nvPicPr>
          <p:cNvPr id="936" name="Image 2" descr="preencoded.png"/>
          <p:cNvPicPr/>
          <p:nvPr/>
        </p:nvPicPr>
        <p:blipFill>
          <a:blip r:embed="rId3"/>
          <a:stretch/>
        </p:blipFill>
        <p:spPr>
          <a:xfrm>
            <a:off x="661320" y="1627920"/>
            <a:ext cx="195840" cy="195840"/>
          </a:xfrm>
          <a:prstGeom prst="rect">
            <a:avLst/>
          </a:prstGeom>
          <a:ln w="0">
            <a:noFill/>
          </a:ln>
        </p:spPr>
      </p:pic>
      <p:sp>
        <p:nvSpPr>
          <p:cNvPr id="937" name="Text 6"/>
          <p:cNvSpPr/>
          <p:nvPr/>
        </p:nvSpPr>
        <p:spPr>
          <a:xfrm>
            <a:off x="904320" y="1627920"/>
            <a:ext cx="509508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Network &amp; Storage</a:t>
            </a:r>
            <a:endParaRPr b="0" lang="en-IN" sz="750" spc="-1" strike="noStrike">
              <a:latin typeface="Arial"/>
            </a:endParaRPr>
          </a:p>
        </p:txBody>
      </p:sp>
      <p:sp>
        <p:nvSpPr>
          <p:cNvPr id="938" name="Text 7"/>
          <p:cNvSpPr/>
          <p:nvPr/>
        </p:nvSpPr>
        <p:spPr>
          <a:xfrm>
            <a:off x="904320" y="1788120"/>
            <a:ext cx="5095080" cy="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98000"/>
              </a:lnSpc>
              <a:buNone/>
              <a:tabLst>
                <a:tab algn="l" pos="0"/>
              </a:tabLst>
            </a:pPr>
            <a:r>
              <a:rPr b="0" lang="en-US" sz="600" spc="-1" strike="noStrike">
                <a:solidFill>
                  <a:srgbClr val="405449"/>
                </a:solidFill>
                <a:latin typeface="Nobile"/>
                <a:ea typeface="Nobile"/>
              </a:rPr>
              <a:t>Track network performance, disk I/O, and storage utilization</a:t>
            </a:r>
            <a:endParaRPr b="0" lang="en-IN" sz="600" spc="-1" strike="noStrike">
              <a:latin typeface="Arial"/>
            </a:endParaRPr>
          </a:p>
        </p:txBody>
      </p:sp>
      <p:sp>
        <p:nvSpPr>
          <p:cNvPr id="939" name="Text 8"/>
          <p:cNvSpPr/>
          <p:nvPr/>
        </p:nvSpPr>
        <p:spPr>
          <a:xfrm>
            <a:off x="6198120" y="808560"/>
            <a:ext cx="5338080" cy="1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750" spc="-1" strike="noStrike">
                <a:solidFill>
                  <a:srgbClr val="3b4540"/>
                </a:solidFill>
                <a:latin typeface="Fraunces ExtraBold"/>
                <a:ea typeface="Fraunces ExtraBold"/>
              </a:rPr>
              <a:t>Centralized Logs</a:t>
            </a:r>
            <a:endParaRPr b="0" lang="en-IN" sz="750" spc="-1" strike="noStrike">
              <a:latin typeface="Arial"/>
            </a:endParaRPr>
          </a:p>
        </p:txBody>
      </p:sp>
      <p:pic>
        <p:nvPicPr>
          <p:cNvPr id="940" name="Image 3" descr="preencoded.png"/>
          <p:cNvPicPr/>
          <p:nvPr/>
        </p:nvPicPr>
        <p:blipFill>
          <a:blip r:embed="rId4"/>
          <a:stretch/>
        </p:blipFill>
        <p:spPr>
          <a:xfrm>
            <a:off x="6198120" y="973440"/>
            <a:ext cx="5027400" cy="5027760"/>
          </a:xfrm>
          <a:prstGeom prst="rect">
            <a:avLst/>
          </a:prstGeom>
          <a:ln w="0">
            <a:noFill/>
          </a:ln>
        </p:spPr>
      </p:pic>
      <p:sp>
        <p:nvSpPr>
          <p:cNvPr id="941" name="Text 9"/>
          <p:cNvSpPr/>
          <p:nvPr/>
        </p:nvSpPr>
        <p:spPr>
          <a:xfrm>
            <a:off x="6198120" y="6043320"/>
            <a:ext cx="5947920" cy="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98000"/>
              </a:lnSpc>
              <a:buNone/>
              <a:tabLst>
                <a:tab algn="l" pos="0"/>
              </a:tabLst>
            </a:pPr>
            <a:r>
              <a:rPr b="0" lang="en-US" sz="600" spc="-1" strike="noStrike">
                <a:solidFill>
                  <a:srgbClr val="405449"/>
                </a:solidFill>
                <a:latin typeface="Nobile"/>
                <a:ea typeface="Nobile"/>
              </a:rPr>
              <a:t>Correlate logs with performance metrics and traces for complete visibility into system behavior.</a:t>
            </a:r>
            <a:endParaRPr b="0" lang="en-IN" sz="600" spc="-1" strike="noStrike">
              <a:latin typeface="Arial"/>
            </a:endParaRPr>
          </a:p>
        </p:txBody>
      </p:sp>
      <p:sp>
        <p:nvSpPr>
          <p:cNvPr id="942" name="Text 10"/>
          <p:cNvSpPr/>
          <p:nvPr/>
        </p:nvSpPr>
        <p:spPr>
          <a:xfrm>
            <a:off x="779400" y="6253560"/>
            <a:ext cx="11360160" cy="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98000"/>
              </a:lnSpc>
              <a:buNone/>
              <a:tabLst>
                <a:tab algn="l" pos="0"/>
              </a:tabLst>
            </a:pPr>
            <a:r>
              <a:rPr b="1" lang="en-US" sz="600" spc="-1" strike="noStrike">
                <a:solidFill>
                  <a:srgbClr val="405449"/>
                </a:solidFill>
                <a:latin typeface="Nobile Bold"/>
                <a:ea typeface="Nobile Bold"/>
              </a:rPr>
              <a:t>Real Scenario:</a:t>
            </a:r>
            <a:r>
              <a:rPr b="0" lang="en-US" sz="600" spc="-1" strike="noStrike">
                <a:solidFill>
                  <a:srgbClr val="405449"/>
                </a:solidFill>
                <a:latin typeface="Nobile"/>
                <a:ea typeface="Nobile"/>
              </a:rPr>
              <a:t> Kubernetes Pod running out of memory → Infrastructure dashboard shows 90% memory usage → Logs reveal "OOMKilled" event → Immediate scaling action taken.</a:t>
            </a:r>
            <a:endParaRPr b="0" lang="en-IN" sz="600" spc="-1" strike="noStrike">
              <a:latin typeface="Arial"/>
            </a:endParaRPr>
          </a:p>
        </p:txBody>
      </p:sp>
      <p:sp>
        <p:nvSpPr>
          <p:cNvPr id="943" name="Shape 11"/>
          <p:cNvSpPr/>
          <p:nvPr/>
        </p:nvSpPr>
        <p:spPr>
          <a:xfrm>
            <a:off x="661320" y="6211440"/>
            <a:ext cx="12240" cy="176400"/>
          </a:xfrm>
          <a:prstGeom prst="roundRect">
            <a:avLst>
              <a:gd name="adj" fmla="val 49999"/>
            </a:avLst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Text 0"/>
          <p:cNvSpPr/>
          <p:nvPr/>
        </p:nvSpPr>
        <p:spPr>
          <a:xfrm>
            <a:off x="661320" y="454680"/>
            <a:ext cx="1086840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b4540"/>
                </a:solidFill>
                <a:latin typeface="Fraunces ExtraBold"/>
                <a:ea typeface="Fraunces ExtraBold"/>
              </a:rPr>
              <a:t>Dashboards &amp; NRQL Queries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45" name="Text 1"/>
          <p:cNvSpPr/>
          <p:nvPr/>
        </p:nvSpPr>
        <p:spPr>
          <a:xfrm>
            <a:off x="661320" y="816480"/>
            <a:ext cx="4226040" cy="12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3b4540"/>
                </a:solidFill>
                <a:latin typeface="Fraunces ExtraBold"/>
                <a:ea typeface="Fraunces ExtraBold"/>
              </a:rPr>
              <a:t>Dashboard Types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946" name="Text 2"/>
          <p:cNvSpPr/>
          <p:nvPr/>
        </p:nvSpPr>
        <p:spPr>
          <a:xfrm>
            <a:off x="661320" y="987120"/>
            <a:ext cx="422604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3120" bIns="0" anchor="t">
            <a:normAutofit fontScale="99000"/>
          </a:bodyPr>
          <a:p>
            <a:pPr marL="132120" indent="-132120">
              <a:lnSpc>
                <a:spcPct val="100000"/>
              </a:lnSpc>
              <a:buClr>
                <a:srgbClr val="405449"/>
              </a:buClr>
              <a:buFont typeface="Symbol" charset="2"/>
              <a:buChar char=""/>
            </a:pPr>
            <a:r>
              <a:rPr b="1" lang="en-US" sz="650" spc="-1" strike="noStrike">
                <a:solidFill>
                  <a:srgbClr val="405449"/>
                </a:solidFill>
                <a:latin typeface="Nobile Bold"/>
                <a:ea typeface="Nobile Bold"/>
              </a:rPr>
              <a:t>Pre-built:</a:t>
            </a:r>
            <a:r>
              <a:rPr b="0" lang="en-US" sz="650" spc="-1" strike="noStrike">
                <a:solidFill>
                  <a:srgbClr val="405449"/>
                </a:solidFill>
                <a:latin typeface="Nobile"/>
                <a:ea typeface="Nobile"/>
              </a:rPr>
              <a:t> APM, Infrastructure, Database dashboards</a:t>
            </a:r>
            <a:endParaRPr b="0" lang="en-IN" sz="650" spc="-1" strike="noStrike">
              <a:latin typeface="Arial"/>
            </a:endParaRPr>
          </a:p>
          <a:p>
            <a:pPr marL="132120" indent="-132120">
              <a:lnSpc>
                <a:spcPct val="100000"/>
              </a:lnSpc>
              <a:buClr>
                <a:srgbClr val="405449"/>
              </a:buClr>
              <a:buFont typeface="Symbol" charset="2"/>
              <a:buChar char=""/>
            </a:pPr>
            <a:r>
              <a:rPr b="1" lang="en-US" sz="650" spc="-1" strike="noStrike">
                <a:solidFill>
                  <a:srgbClr val="405449"/>
                </a:solidFill>
                <a:latin typeface="Nobile Bold"/>
                <a:ea typeface="Nobile Bold"/>
              </a:rPr>
              <a:t>Custom:</a:t>
            </a:r>
            <a:r>
              <a:rPr b="0" lang="en-US" sz="650" spc="-1" strike="noStrike">
                <a:solidFill>
                  <a:srgbClr val="405449"/>
                </a:solidFill>
                <a:latin typeface="Nobile"/>
                <a:ea typeface="Nobile"/>
              </a:rPr>
              <a:t> Tailored views using NRQL queries</a:t>
            </a:r>
            <a:endParaRPr b="0" lang="en-IN" sz="650" spc="-1" strike="noStrike">
              <a:latin typeface="Arial"/>
            </a:endParaRPr>
          </a:p>
          <a:p>
            <a:pPr marL="132120" indent="-132120">
              <a:lnSpc>
                <a:spcPct val="100000"/>
              </a:lnSpc>
              <a:buClr>
                <a:srgbClr val="405449"/>
              </a:buClr>
              <a:buFont typeface="Symbol" charset="2"/>
              <a:buChar char=""/>
            </a:pPr>
            <a:r>
              <a:rPr b="1" lang="en-US" sz="650" spc="-1" strike="noStrike">
                <a:solidFill>
                  <a:srgbClr val="405449"/>
                </a:solidFill>
                <a:latin typeface="Nobile Bold"/>
                <a:ea typeface="Nobile Bold"/>
              </a:rPr>
              <a:t>Team:</a:t>
            </a:r>
            <a:r>
              <a:rPr b="0" lang="en-US" sz="650" spc="-1" strike="noStrike">
                <a:solidFill>
                  <a:srgbClr val="405449"/>
                </a:solidFill>
                <a:latin typeface="Nobile"/>
                <a:ea typeface="Nobile"/>
              </a:rPr>
              <a:t> Shared dashboards for collaboration</a:t>
            </a:r>
            <a:endParaRPr b="0" lang="en-IN" sz="650" spc="-1" strike="noStrike">
              <a:latin typeface="Arial"/>
            </a:endParaRPr>
          </a:p>
        </p:txBody>
      </p:sp>
      <p:sp>
        <p:nvSpPr>
          <p:cNvPr id="947" name="Text 3"/>
          <p:cNvSpPr/>
          <p:nvPr/>
        </p:nvSpPr>
        <p:spPr>
          <a:xfrm>
            <a:off x="661320" y="1354320"/>
            <a:ext cx="4226040" cy="12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3b4540"/>
                </a:solidFill>
                <a:latin typeface="Fraunces ExtraBold"/>
                <a:ea typeface="Fraunces ExtraBold"/>
              </a:rPr>
              <a:t>NRQL Example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948" name="Shape 4"/>
          <p:cNvSpPr/>
          <p:nvPr/>
        </p:nvSpPr>
        <p:spPr>
          <a:xfrm>
            <a:off x="661320" y="1530000"/>
            <a:ext cx="4226040" cy="825840"/>
          </a:xfrm>
          <a:prstGeom prst="roundRect">
            <a:avLst>
              <a:gd name="adj" fmla="val 9009"/>
            </a:avLst>
          </a:prstGeom>
          <a:solidFill>
            <a:srgbClr val="edf2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9" name="Text 5"/>
          <p:cNvSpPr/>
          <p:nvPr/>
        </p:nvSpPr>
        <p:spPr>
          <a:xfrm>
            <a:off x="760680" y="1612800"/>
            <a:ext cx="4027680" cy="66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r>
              <a:rPr b="0" lang="en-US" sz="650" spc="-1" strike="noStrike">
                <a:solidFill>
                  <a:srgbClr val="22863a"/>
                </a:solidFill>
                <a:latin typeface="Consolas"/>
                <a:ea typeface="Consolas"/>
              </a:rPr>
              <a:t>SELECT average(duration) </a:t>
            </a:r>
            <a:endParaRPr b="0" lang="en-IN" sz="650" spc="-1" strike="noStrike">
              <a:latin typeface="Arial"/>
            </a:endParaRPr>
          </a:p>
          <a:p>
            <a:r>
              <a:rPr b="0" lang="en-US" sz="650" spc="-1" strike="noStrike">
                <a:solidFill>
                  <a:srgbClr val="22863a"/>
                </a:solidFill>
                <a:latin typeface="Consolas"/>
                <a:ea typeface="Consolas"/>
              </a:rPr>
              <a:t>FROM Transaction </a:t>
            </a:r>
            <a:endParaRPr b="0" lang="en-IN" sz="650" spc="-1" strike="noStrike">
              <a:latin typeface="Arial"/>
            </a:endParaRPr>
          </a:p>
          <a:p>
            <a:r>
              <a:rPr b="0" lang="en-US" sz="650" spc="-1" strike="noStrike">
                <a:solidFill>
                  <a:srgbClr val="22863a"/>
                </a:solidFill>
                <a:latin typeface="Consolas"/>
                <a:ea typeface="Consolas"/>
              </a:rPr>
              <a:t>FACET appName </a:t>
            </a:r>
            <a:endParaRPr b="0" lang="en-IN" sz="650" spc="-1" strike="noStrike">
              <a:latin typeface="Arial"/>
            </a:endParaRPr>
          </a:p>
          <a:p>
            <a:r>
              <a:rPr b="0" lang="en-US" sz="650" spc="-1" strike="noStrike">
                <a:solidFill>
                  <a:srgbClr val="22863a"/>
                </a:solidFill>
                <a:latin typeface="Consolas"/>
                <a:ea typeface="Consolas"/>
              </a:rPr>
              <a:t>SINCE 30 minutes ago</a:t>
            </a:r>
            <a:endParaRPr b="0" lang="en-IN" sz="65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endParaRPr b="0" lang="en-IN" sz="650" spc="-1" strike="noStrike">
              <a:latin typeface="Arial"/>
            </a:endParaRPr>
          </a:p>
        </p:txBody>
      </p:sp>
      <p:sp>
        <p:nvSpPr>
          <p:cNvPr id="950" name="Text 6"/>
          <p:cNvSpPr/>
          <p:nvPr/>
        </p:nvSpPr>
        <p:spPr>
          <a:xfrm>
            <a:off x="661320" y="2402640"/>
            <a:ext cx="4835880" cy="9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50" spc="-1" strike="noStrike">
                <a:solidFill>
                  <a:srgbClr val="405449"/>
                </a:solidFill>
                <a:latin typeface="Nobile"/>
                <a:ea typeface="Nobile"/>
              </a:rPr>
              <a:t>This query shows average response time per application over the last 30 minutes.</a:t>
            </a:r>
            <a:endParaRPr b="0" lang="en-IN" sz="650" spc="-1" strike="noStrike">
              <a:latin typeface="Arial"/>
            </a:endParaRPr>
          </a:p>
        </p:txBody>
      </p:sp>
      <p:pic>
        <p:nvPicPr>
          <p:cNvPr id="951" name="Image 0" descr="preencoded.png"/>
          <p:cNvPicPr/>
          <p:nvPr/>
        </p:nvPicPr>
        <p:blipFill>
          <a:blip r:embed="rId1"/>
          <a:stretch/>
        </p:blipFill>
        <p:spPr>
          <a:xfrm>
            <a:off x="5095800" y="821880"/>
            <a:ext cx="5292000" cy="5292360"/>
          </a:xfrm>
          <a:prstGeom prst="rect">
            <a:avLst/>
          </a:prstGeom>
          <a:ln w="0">
            <a:noFill/>
          </a:ln>
        </p:spPr>
      </p:pic>
      <p:sp>
        <p:nvSpPr>
          <p:cNvPr id="952" name="Shape 7"/>
          <p:cNvSpPr/>
          <p:nvPr/>
        </p:nvSpPr>
        <p:spPr>
          <a:xfrm>
            <a:off x="5095800" y="6160680"/>
            <a:ext cx="3199320" cy="460080"/>
          </a:xfrm>
          <a:prstGeom prst="roundRect">
            <a:avLst>
              <a:gd name="adj" fmla="val 16170"/>
            </a:avLst>
          </a:prstGeom>
          <a:solidFill>
            <a:srgbClr val="fafffa"/>
          </a:solidFill>
          <a:ln w="12700">
            <a:solidFill>
              <a:srgbClr val="ced9c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3" name="Text 8"/>
          <p:cNvSpPr/>
          <p:nvPr/>
        </p:nvSpPr>
        <p:spPr>
          <a:xfrm>
            <a:off x="5191200" y="6256080"/>
            <a:ext cx="3008520" cy="12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API Latency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954" name="Text 9"/>
          <p:cNvSpPr/>
          <p:nvPr/>
        </p:nvSpPr>
        <p:spPr>
          <a:xfrm>
            <a:off x="5191200" y="6426720"/>
            <a:ext cx="3008520" cy="9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50" spc="-1" strike="noStrike">
                <a:solidFill>
                  <a:srgbClr val="405449"/>
                </a:solidFill>
                <a:latin typeface="Nobile"/>
                <a:ea typeface="Nobile"/>
              </a:rPr>
              <a:t>Real-time response times across all endpoints</a:t>
            </a:r>
            <a:endParaRPr b="0" lang="en-IN" sz="650" spc="-1" strike="noStrike">
              <a:latin typeface="Arial"/>
            </a:endParaRPr>
          </a:p>
        </p:txBody>
      </p:sp>
      <p:sp>
        <p:nvSpPr>
          <p:cNvPr id="955" name="Shape 10"/>
          <p:cNvSpPr/>
          <p:nvPr/>
        </p:nvSpPr>
        <p:spPr>
          <a:xfrm>
            <a:off x="8336880" y="6160680"/>
            <a:ext cx="3199320" cy="460080"/>
          </a:xfrm>
          <a:prstGeom prst="roundRect">
            <a:avLst>
              <a:gd name="adj" fmla="val 16170"/>
            </a:avLst>
          </a:prstGeom>
          <a:solidFill>
            <a:srgbClr val="fafffa"/>
          </a:solidFill>
          <a:ln w="12700">
            <a:solidFill>
              <a:srgbClr val="ced9c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6" name="Text 11"/>
          <p:cNvSpPr/>
          <p:nvPr/>
        </p:nvSpPr>
        <p:spPr>
          <a:xfrm>
            <a:off x="8432280" y="6256080"/>
            <a:ext cx="3008520" cy="12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Database Performance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957" name="Text 12"/>
          <p:cNvSpPr/>
          <p:nvPr/>
        </p:nvSpPr>
        <p:spPr>
          <a:xfrm>
            <a:off x="8432280" y="6426720"/>
            <a:ext cx="3008520" cy="9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50" spc="-1" strike="noStrike">
                <a:solidFill>
                  <a:srgbClr val="405449"/>
                </a:solidFill>
                <a:latin typeface="Nobile"/>
                <a:ea typeface="Nobile"/>
              </a:rPr>
              <a:t>Query execution times and connection pools</a:t>
            </a:r>
            <a:endParaRPr b="0" lang="en-IN" sz="650" spc="-1" strike="noStrike">
              <a:latin typeface="Arial"/>
            </a:endParaRPr>
          </a:p>
        </p:txBody>
      </p:sp>
      <p:sp>
        <p:nvSpPr>
          <p:cNvPr id="958" name="Shape 13"/>
          <p:cNvSpPr/>
          <p:nvPr/>
        </p:nvSpPr>
        <p:spPr>
          <a:xfrm>
            <a:off x="5095800" y="6662520"/>
            <a:ext cx="6440040" cy="460080"/>
          </a:xfrm>
          <a:prstGeom prst="roundRect">
            <a:avLst>
              <a:gd name="adj" fmla="val 16170"/>
            </a:avLst>
          </a:prstGeom>
          <a:solidFill>
            <a:srgbClr val="fafffa"/>
          </a:solidFill>
          <a:ln w="12700">
            <a:solidFill>
              <a:srgbClr val="ced9c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9" name="Text 14"/>
          <p:cNvSpPr/>
          <p:nvPr/>
        </p:nvSpPr>
        <p:spPr>
          <a:xfrm>
            <a:off x="5191200" y="6757560"/>
            <a:ext cx="6249600" cy="12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User Geography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960" name="Text 15"/>
          <p:cNvSpPr/>
          <p:nvPr/>
        </p:nvSpPr>
        <p:spPr>
          <a:xfrm>
            <a:off x="5191200" y="6928200"/>
            <a:ext cx="6249600" cy="9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50" spc="-1" strike="noStrike">
                <a:solidFill>
                  <a:srgbClr val="405449"/>
                </a:solidFill>
                <a:latin typeface="Nobile"/>
                <a:ea typeface="Nobile"/>
              </a:rPr>
              <a:t>Performance metrics by geographic location</a:t>
            </a:r>
            <a:endParaRPr b="0" lang="en-IN" sz="6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4571640" cy="6857640"/>
          </a:xfrm>
          <a:prstGeom prst="rect">
            <a:avLst/>
          </a:prstGeom>
          <a:ln w="0">
            <a:noFill/>
          </a:ln>
        </p:spPr>
      </p:pic>
      <p:sp>
        <p:nvSpPr>
          <p:cNvPr id="962" name="Text 0"/>
          <p:cNvSpPr/>
          <p:nvPr/>
        </p:nvSpPr>
        <p:spPr>
          <a:xfrm>
            <a:off x="5233320" y="546840"/>
            <a:ext cx="629640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2750" spc="-1" strike="noStrike">
                <a:solidFill>
                  <a:srgbClr val="3b4540"/>
                </a:solidFill>
                <a:latin typeface="Fraunces ExtraBold"/>
                <a:ea typeface="Fraunces ExtraBold"/>
              </a:rPr>
              <a:t>Alerts &amp; Incident Management</a:t>
            </a:r>
            <a:endParaRPr b="0" lang="en-IN" sz="2750" spc="-1" strike="noStrike">
              <a:latin typeface="Arial"/>
            </a:endParaRPr>
          </a:p>
        </p:txBody>
      </p:sp>
      <p:sp>
        <p:nvSpPr>
          <p:cNvPr id="963" name="Text 1"/>
          <p:cNvSpPr/>
          <p:nvPr/>
        </p:nvSpPr>
        <p:spPr>
          <a:xfrm>
            <a:off x="5233320" y="1165320"/>
            <a:ext cx="280800" cy="1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Fraunces Light"/>
                <a:ea typeface="Fraunces Light"/>
              </a:rPr>
              <a:t>01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64" name="Shape 2"/>
          <p:cNvSpPr/>
          <p:nvPr/>
        </p:nvSpPr>
        <p:spPr>
          <a:xfrm>
            <a:off x="5233320" y="1385280"/>
            <a:ext cx="6296400" cy="18720"/>
          </a:xfrm>
          <a:prstGeom prst="rect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5" name="Text 3"/>
          <p:cNvSpPr/>
          <p:nvPr/>
        </p:nvSpPr>
        <p:spPr>
          <a:xfrm>
            <a:off x="5233320" y="1493640"/>
            <a:ext cx="6296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Define Condition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966" name="Text 4"/>
          <p:cNvSpPr/>
          <p:nvPr/>
        </p:nvSpPr>
        <p:spPr>
          <a:xfrm>
            <a:off x="5233320" y="1784880"/>
            <a:ext cx="629640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Nobile"/>
                <a:ea typeface="Nobile"/>
              </a:rPr>
              <a:t>Set specific thresholds like "CPU usage &gt; 80%" or "Error rate &gt; 5%"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67" name="Text 5"/>
          <p:cNvSpPr/>
          <p:nvPr/>
        </p:nvSpPr>
        <p:spPr>
          <a:xfrm>
            <a:off x="5233320" y="2217600"/>
            <a:ext cx="280800" cy="1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Fraunces Light"/>
                <a:ea typeface="Fraunces Light"/>
              </a:rPr>
              <a:t>02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68" name="Shape 6"/>
          <p:cNvSpPr/>
          <p:nvPr/>
        </p:nvSpPr>
        <p:spPr>
          <a:xfrm>
            <a:off x="5233320" y="2437560"/>
            <a:ext cx="6296400" cy="18720"/>
          </a:xfrm>
          <a:prstGeom prst="rect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69" name="Text 7"/>
          <p:cNvSpPr/>
          <p:nvPr/>
        </p:nvSpPr>
        <p:spPr>
          <a:xfrm>
            <a:off x="5233320" y="2545920"/>
            <a:ext cx="6296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Set Duration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970" name="Text 8"/>
          <p:cNvSpPr/>
          <p:nvPr/>
        </p:nvSpPr>
        <p:spPr>
          <a:xfrm>
            <a:off x="5233320" y="2837160"/>
            <a:ext cx="629640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Nobile"/>
                <a:ea typeface="Nobile"/>
              </a:rPr>
              <a:t>Specify how long the condition must persist: "Sustained for 5 minutes"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71" name="Text 9"/>
          <p:cNvSpPr/>
          <p:nvPr/>
        </p:nvSpPr>
        <p:spPr>
          <a:xfrm>
            <a:off x="5233320" y="3269880"/>
            <a:ext cx="280800" cy="1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Fraunces Light"/>
                <a:ea typeface="Fraunces Light"/>
              </a:rPr>
              <a:t>03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72" name="Shape 10"/>
          <p:cNvSpPr/>
          <p:nvPr/>
        </p:nvSpPr>
        <p:spPr>
          <a:xfrm>
            <a:off x="5233320" y="3489840"/>
            <a:ext cx="6296400" cy="18720"/>
          </a:xfrm>
          <a:prstGeom prst="rect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3" name="Text 11"/>
          <p:cNvSpPr/>
          <p:nvPr/>
        </p:nvSpPr>
        <p:spPr>
          <a:xfrm>
            <a:off x="5233320" y="3598200"/>
            <a:ext cx="6296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Configure Notifications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974" name="Text 12"/>
          <p:cNvSpPr/>
          <p:nvPr/>
        </p:nvSpPr>
        <p:spPr>
          <a:xfrm>
            <a:off x="5233320" y="3889440"/>
            <a:ext cx="629640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Nobile"/>
                <a:ea typeface="Nobile"/>
              </a:rPr>
              <a:t>Choose channels: Slack, email, PagerDuty, or webhook integrations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75" name="Text 13"/>
          <p:cNvSpPr/>
          <p:nvPr/>
        </p:nvSpPr>
        <p:spPr>
          <a:xfrm>
            <a:off x="5233320" y="4322520"/>
            <a:ext cx="280800" cy="1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Fraunces Light"/>
                <a:ea typeface="Fraunces Light"/>
              </a:rPr>
              <a:t>04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76" name="Shape 14"/>
          <p:cNvSpPr/>
          <p:nvPr/>
        </p:nvSpPr>
        <p:spPr>
          <a:xfrm>
            <a:off x="5233320" y="4542120"/>
            <a:ext cx="6296400" cy="18720"/>
          </a:xfrm>
          <a:prstGeom prst="rect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7" name="Text 15"/>
          <p:cNvSpPr/>
          <p:nvPr/>
        </p:nvSpPr>
        <p:spPr>
          <a:xfrm>
            <a:off x="5233320" y="4650480"/>
            <a:ext cx="62964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Incident Response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978" name="Text 16"/>
          <p:cNvSpPr/>
          <p:nvPr/>
        </p:nvSpPr>
        <p:spPr>
          <a:xfrm>
            <a:off x="5233320" y="4941720"/>
            <a:ext cx="629640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Nobile"/>
                <a:ea typeface="Nobile"/>
              </a:rPr>
              <a:t>Automatic ticket creation and escalation workflows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79" name="Shape 17"/>
          <p:cNvSpPr/>
          <p:nvPr/>
        </p:nvSpPr>
        <p:spPr>
          <a:xfrm>
            <a:off x="5233320" y="5389560"/>
            <a:ext cx="6296400" cy="920880"/>
          </a:xfrm>
          <a:prstGeom prst="roundRect">
            <a:avLst>
              <a:gd name="adj" fmla="val 13733"/>
            </a:avLst>
          </a:prstGeom>
          <a:solidFill>
            <a:srgbClr val="b6fcb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980" name="Image 1" descr="preencoded.png"/>
          <p:cNvPicPr/>
          <p:nvPr/>
        </p:nvPicPr>
        <p:blipFill>
          <a:blip r:embed="rId2"/>
          <a:stretch/>
        </p:blipFill>
        <p:spPr>
          <a:xfrm>
            <a:off x="5373720" y="5560920"/>
            <a:ext cx="175320" cy="140040"/>
          </a:xfrm>
          <a:prstGeom prst="rect">
            <a:avLst/>
          </a:prstGeom>
          <a:ln w="0">
            <a:noFill/>
          </a:ln>
        </p:spPr>
      </p:pic>
      <p:sp>
        <p:nvSpPr>
          <p:cNvPr id="981" name="Text 18"/>
          <p:cNvSpPr/>
          <p:nvPr/>
        </p:nvSpPr>
        <p:spPr>
          <a:xfrm>
            <a:off x="5690160" y="5544000"/>
            <a:ext cx="5699160" cy="62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3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000000"/>
                </a:solidFill>
                <a:latin typeface="Nobile Bold"/>
                <a:ea typeface="Nobile Bold"/>
              </a:rPr>
              <a:t>Example Workflow:</a:t>
            </a:r>
            <a:r>
              <a:rPr b="0" lang="en-US" sz="1100" spc="-1" strike="noStrike">
                <a:solidFill>
                  <a:srgbClr val="000000"/>
                </a:solidFill>
                <a:latin typeface="Nobile"/>
                <a:ea typeface="Nobile"/>
              </a:rPr>
              <a:t> API error rate exceeds 5% for 10 minutes → Slack alert sent to DevOps team → Auto-ticket created in Jira → On-call engineer notified via PagerDuty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Text 0"/>
          <p:cNvSpPr/>
          <p:nvPr/>
        </p:nvSpPr>
        <p:spPr>
          <a:xfrm>
            <a:off x="661320" y="455040"/>
            <a:ext cx="10868400" cy="4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2700" spc="-1" strike="noStrike">
                <a:solidFill>
                  <a:srgbClr val="3b4540"/>
                </a:solidFill>
                <a:latin typeface="Fraunces ExtraBold"/>
                <a:ea typeface="Fraunces ExtraBold"/>
              </a:rPr>
              <a:t>Security &amp; Best Practices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983" name="Shape 1"/>
          <p:cNvSpPr/>
          <p:nvPr/>
        </p:nvSpPr>
        <p:spPr>
          <a:xfrm>
            <a:off x="661320" y="1118880"/>
            <a:ext cx="5376240" cy="1499400"/>
          </a:xfrm>
          <a:prstGeom prst="roundRect">
            <a:avLst>
              <a:gd name="adj" fmla="val 8305"/>
            </a:avLst>
          </a:prstGeom>
          <a:solidFill>
            <a:srgbClr val="e8f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4" name="Shape 2"/>
          <p:cNvSpPr/>
          <p:nvPr/>
        </p:nvSpPr>
        <p:spPr>
          <a:xfrm>
            <a:off x="799920" y="1257480"/>
            <a:ext cx="414720" cy="414720"/>
          </a:xfrm>
          <a:prstGeom prst="ellipse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985" name="Image 0" descr="preencoded.png"/>
          <p:cNvPicPr/>
          <p:nvPr/>
        </p:nvPicPr>
        <p:blipFill>
          <a:blip r:embed="rId1"/>
          <a:stretch/>
        </p:blipFill>
        <p:spPr>
          <a:xfrm>
            <a:off x="914040" y="1371240"/>
            <a:ext cx="186480" cy="186480"/>
          </a:xfrm>
          <a:prstGeom prst="rect">
            <a:avLst/>
          </a:prstGeom>
          <a:ln w="0">
            <a:noFill/>
          </a:ln>
        </p:spPr>
      </p:pic>
      <p:sp>
        <p:nvSpPr>
          <p:cNvPr id="986" name="Text 3"/>
          <p:cNvSpPr/>
          <p:nvPr/>
        </p:nvSpPr>
        <p:spPr>
          <a:xfrm>
            <a:off x="799920" y="1788120"/>
            <a:ext cx="509940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API Key Management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987" name="Text 4"/>
          <p:cNvSpPr/>
          <p:nvPr/>
        </p:nvSpPr>
        <p:spPr>
          <a:xfrm>
            <a:off x="799920" y="2073600"/>
            <a:ext cx="509940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2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05449"/>
                </a:solidFill>
                <a:latin typeface="Nobile"/>
                <a:ea typeface="Nobile"/>
              </a:rPr>
              <a:t>Rotate license keys regularly and use environment-specific keys for different deployment stages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988" name="Shape 5"/>
          <p:cNvSpPr/>
          <p:nvPr/>
        </p:nvSpPr>
        <p:spPr>
          <a:xfrm>
            <a:off x="6153840" y="1118880"/>
            <a:ext cx="5376240" cy="1499400"/>
          </a:xfrm>
          <a:prstGeom prst="roundRect">
            <a:avLst>
              <a:gd name="adj" fmla="val 8305"/>
            </a:avLst>
          </a:prstGeom>
          <a:solidFill>
            <a:srgbClr val="e8f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9" name="Shape 6"/>
          <p:cNvSpPr/>
          <p:nvPr/>
        </p:nvSpPr>
        <p:spPr>
          <a:xfrm>
            <a:off x="6292080" y="1257480"/>
            <a:ext cx="414720" cy="414720"/>
          </a:xfrm>
          <a:prstGeom prst="ellipse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990" name="Image 1" descr="preencoded.png"/>
          <p:cNvPicPr/>
          <p:nvPr/>
        </p:nvPicPr>
        <p:blipFill>
          <a:blip r:embed="rId2"/>
          <a:stretch/>
        </p:blipFill>
        <p:spPr>
          <a:xfrm>
            <a:off x="6406200" y="1371240"/>
            <a:ext cx="186480" cy="186480"/>
          </a:xfrm>
          <a:prstGeom prst="rect">
            <a:avLst/>
          </a:prstGeom>
          <a:ln w="0">
            <a:noFill/>
          </a:ln>
        </p:spPr>
      </p:pic>
      <p:sp>
        <p:nvSpPr>
          <p:cNvPr id="991" name="Text 7"/>
          <p:cNvSpPr/>
          <p:nvPr/>
        </p:nvSpPr>
        <p:spPr>
          <a:xfrm>
            <a:off x="6292080" y="1788120"/>
            <a:ext cx="509940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Role-Based Access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992" name="Text 8"/>
          <p:cNvSpPr/>
          <p:nvPr/>
        </p:nvSpPr>
        <p:spPr>
          <a:xfrm>
            <a:off x="6292080" y="2073600"/>
            <a:ext cx="509940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2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05449"/>
                </a:solidFill>
                <a:latin typeface="Nobile"/>
                <a:ea typeface="Nobile"/>
              </a:rPr>
              <a:t>Implement granular permissions - developers get read access while admins control configurations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993" name="Shape 9"/>
          <p:cNvSpPr/>
          <p:nvPr/>
        </p:nvSpPr>
        <p:spPr>
          <a:xfrm>
            <a:off x="661320" y="2734560"/>
            <a:ext cx="5376240" cy="1499400"/>
          </a:xfrm>
          <a:prstGeom prst="roundRect">
            <a:avLst>
              <a:gd name="adj" fmla="val 8305"/>
            </a:avLst>
          </a:prstGeom>
          <a:solidFill>
            <a:srgbClr val="e8f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4" name="Shape 10"/>
          <p:cNvSpPr/>
          <p:nvPr/>
        </p:nvSpPr>
        <p:spPr>
          <a:xfrm>
            <a:off x="799920" y="2872800"/>
            <a:ext cx="414720" cy="414720"/>
          </a:xfrm>
          <a:prstGeom prst="ellipse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995" name="Image 2" descr="preencoded.png"/>
          <p:cNvPicPr/>
          <p:nvPr/>
        </p:nvPicPr>
        <p:blipFill>
          <a:blip r:embed="rId3"/>
          <a:stretch/>
        </p:blipFill>
        <p:spPr>
          <a:xfrm>
            <a:off x="914040" y="2986920"/>
            <a:ext cx="186480" cy="186480"/>
          </a:xfrm>
          <a:prstGeom prst="rect">
            <a:avLst/>
          </a:prstGeom>
          <a:ln w="0">
            <a:noFill/>
          </a:ln>
        </p:spPr>
      </p:pic>
      <p:sp>
        <p:nvSpPr>
          <p:cNvPr id="996" name="Text 11"/>
          <p:cNvSpPr/>
          <p:nvPr/>
        </p:nvSpPr>
        <p:spPr>
          <a:xfrm>
            <a:off x="799920" y="3403800"/>
            <a:ext cx="509940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Data Encryption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997" name="Text 12"/>
          <p:cNvSpPr/>
          <p:nvPr/>
        </p:nvSpPr>
        <p:spPr>
          <a:xfrm>
            <a:off x="799920" y="3689280"/>
            <a:ext cx="5099400" cy="20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2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05449"/>
                </a:solidFill>
                <a:latin typeface="Nobile"/>
                <a:ea typeface="Nobile"/>
              </a:rPr>
              <a:t>Encrypt sensitive data in logs and ensure PII is properly masked or excluded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998" name="Shape 13"/>
          <p:cNvSpPr/>
          <p:nvPr/>
        </p:nvSpPr>
        <p:spPr>
          <a:xfrm>
            <a:off x="6153840" y="2734560"/>
            <a:ext cx="5376240" cy="1499400"/>
          </a:xfrm>
          <a:prstGeom prst="roundRect">
            <a:avLst>
              <a:gd name="adj" fmla="val 8305"/>
            </a:avLst>
          </a:prstGeom>
          <a:solidFill>
            <a:srgbClr val="e8f3e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9" name="Shape 14"/>
          <p:cNvSpPr/>
          <p:nvPr/>
        </p:nvSpPr>
        <p:spPr>
          <a:xfrm>
            <a:off x="6292080" y="2872800"/>
            <a:ext cx="414720" cy="414720"/>
          </a:xfrm>
          <a:prstGeom prst="ellipse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00" name="Image 3" descr="preencoded.png"/>
          <p:cNvPicPr/>
          <p:nvPr/>
        </p:nvPicPr>
        <p:blipFill>
          <a:blip r:embed="rId4"/>
          <a:stretch/>
        </p:blipFill>
        <p:spPr>
          <a:xfrm>
            <a:off x="6406200" y="2986920"/>
            <a:ext cx="186480" cy="186480"/>
          </a:xfrm>
          <a:prstGeom prst="rect">
            <a:avLst/>
          </a:prstGeom>
          <a:ln w="0">
            <a:noFill/>
          </a:ln>
        </p:spPr>
      </p:pic>
      <p:sp>
        <p:nvSpPr>
          <p:cNvPr id="1001" name="Text 15"/>
          <p:cNvSpPr/>
          <p:nvPr/>
        </p:nvSpPr>
        <p:spPr>
          <a:xfrm>
            <a:off x="6292080" y="3403800"/>
            <a:ext cx="509940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Cost Optimization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002" name="Text 16"/>
          <p:cNvSpPr/>
          <p:nvPr/>
        </p:nvSpPr>
        <p:spPr>
          <a:xfrm>
            <a:off x="6292080" y="3689280"/>
            <a:ext cx="5099400" cy="40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2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405449"/>
                </a:solidFill>
                <a:latin typeface="Nobile"/>
                <a:ea typeface="Nobile"/>
              </a:rPr>
              <a:t>Filter unnecessary metrics, set appropriate log retention periods, and monitor data ingestion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03" name="Text 17"/>
          <p:cNvSpPr/>
          <p:nvPr/>
        </p:nvSpPr>
        <p:spPr>
          <a:xfrm>
            <a:off x="661320" y="4407840"/>
            <a:ext cx="10868400" cy="2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3b4540"/>
                </a:solidFill>
                <a:latin typeface="Fraunces ExtraBold"/>
                <a:ea typeface="Fraunces ExtraBold"/>
              </a:rPr>
              <a:t>Log Security Example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004" name="Shape 18"/>
          <p:cNvSpPr/>
          <p:nvPr/>
        </p:nvSpPr>
        <p:spPr>
          <a:xfrm>
            <a:off x="661320" y="4797360"/>
            <a:ext cx="10868400" cy="1604880"/>
          </a:xfrm>
          <a:prstGeom prst="roundRect">
            <a:avLst>
              <a:gd name="adj" fmla="val 7758"/>
            </a:avLst>
          </a:prstGeom>
          <a:solidFill>
            <a:srgbClr val="edf2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05" name="Text 19"/>
          <p:cNvSpPr/>
          <p:nvPr/>
        </p:nvSpPr>
        <p:spPr>
          <a:xfrm>
            <a:off x="827640" y="4935960"/>
            <a:ext cx="10536480" cy="13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r>
              <a:rPr b="0" lang="en-US" sz="1050" spc="-1" strike="noStrike">
                <a:solidFill>
                  <a:srgbClr val="6a737d"/>
                </a:solidFill>
                <a:latin typeface="Consolas"/>
                <a:ea typeface="Consolas"/>
              </a:rPr>
              <a:t>// Good: Hide sensitive data</a:t>
            </a:r>
            <a:endParaRPr b="0" lang="en-IN" sz="1050" spc="-1" strike="noStrike">
              <a:latin typeface="Arial"/>
            </a:endParaRPr>
          </a:p>
          <a:p>
            <a:r>
              <a:rPr b="0" lang="en-US" sz="1050" spc="-1" strike="noStrike">
                <a:solidFill>
                  <a:srgbClr val="6a737d"/>
                </a:solidFill>
                <a:latin typeface="Consolas"/>
                <a:ea typeface="Consolas"/>
              </a:rPr>
              <a:t>{"user": "admin", "password": "***", "action": "login"}</a:t>
            </a:r>
            <a:endParaRPr b="0" lang="en-IN" sz="1050" spc="-1" strike="noStrike">
              <a:latin typeface="Arial"/>
            </a:endParaRPr>
          </a:p>
          <a:p>
            <a:endParaRPr b="0" lang="en-IN" sz="1050" spc="-1" strike="noStrike">
              <a:latin typeface="Arial"/>
            </a:endParaRPr>
          </a:p>
          <a:p>
            <a:r>
              <a:rPr b="0" lang="en-US" sz="1050" spc="-1" strike="noStrike">
                <a:solidFill>
                  <a:srgbClr val="6a737d"/>
                </a:solidFill>
                <a:latin typeface="Consolas"/>
                <a:ea typeface="Consolas"/>
              </a:rPr>
              <a:t>// Bad: Exposing credentials</a:t>
            </a:r>
            <a:endParaRPr b="0" lang="en-IN" sz="1050" spc="-1" strike="noStrike">
              <a:latin typeface="Arial"/>
            </a:endParaRPr>
          </a:p>
          <a:p>
            <a:r>
              <a:rPr b="0" lang="en-US" sz="1050" spc="-1" strike="noStrike">
                <a:solidFill>
                  <a:srgbClr val="6a737d"/>
                </a:solidFill>
                <a:latin typeface="Consolas"/>
                <a:ea typeface="Consolas"/>
              </a:rPr>
              <a:t>{"user": "admin", "password": "secret123", "action": "login"}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Text 0"/>
          <p:cNvSpPr/>
          <p:nvPr/>
        </p:nvSpPr>
        <p:spPr>
          <a:xfrm>
            <a:off x="661320" y="879120"/>
            <a:ext cx="108684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3250" spc="-1" strike="noStrike">
                <a:solidFill>
                  <a:srgbClr val="3b4540"/>
                </a:solidFill>
                <a:latin typeface="Fraunces ExtraBold"/>
                <a:ea typeface="Fraunces ExtraBold"/>
              </a:rPr>
              <a:t>Real-World Use Cases</a:t>
            </a:r>
            <a:endParaRPr b="0" lang="en-IN" sz="3250" spc="-1" strike="noStrike">
              <a:latin typeface="Arial"/>
            </a:endParaRPr>
          </a:p>
        </p:txBody>
      </p:sp>
      <p:pic>
        <p:nvPicPr>
          <p:cNvPr id="1007" name="Image 0" descr="preencoded.png"/>
          <p:cNvPicPr/>
          <p:nvPr/>
        </p:nvPicPr>
        <p:blipFill>
          <a:blip r:embed="rId1"/>
          <a:stretch/>
        </p:blipFill>
        <p:spPr>
          <a:xfrm>
            <a:off x="661320" y="1726560"/>
            <a:ext cx="2561760" cy="1583280"/>
          </a:xfrm>
          <a:prstGeom prst="rect">
            <a:avLst/>
          </a:prstGeom>
          <a:ln w="0">
            <a:noFill/>
          </a:ln>
        </p:spPr>
      </p:pic>
      <p:sp>
        <p:nvSpPr>
          <p:cNvPr id="1008" name="Text 1"/>
          <p:cNvSpPr/>
          <p:nvPr/>
        </p:nvSpPr>
        <p:spPr>
          <a:xfrm>
            <a:off x="661320" y="3475440"/>
            <a:ext cx="25617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E-commerce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09" name="Text 2"/>
          <p:cNvSpPr/>
          <p:nvPr/>
        </p:nvSpPr>
        <p:spPr>
          <a:xfrm>
            <a:off x="661320" y="3832920"/>
            <a:ext cx="2561760" cy="10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05449"/>
                </a:solidFill>
                <a:latin typeface="Nobile"/>
                <a:ea typeface="Nobile"/>
              </a:rPr>
              <a:t>Monitor checkout latency and failed transactions during peak shopping periods like Black Friday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1010" name="Image 1" descr="preencoded.png"/>
          <p:cNvPicPr/>
          <p:nvPr/>
        </p:nvPicPr>
        <p:blipFill>
          <a:blip r:embed="rId2"/>
          <a:stretch/>
        </p:blipFill>
        <p:spPr>
          <a:xfrm>
            <a:off x="3430440" y="1726560"/>
            <a:ext cx="2561760" cy="1583280"/>
          </a:xfrm>
          <a:prstGeom prst="rect">
            <a:avLst/>
          </a:prstGeom>
          <a:ln w="0">
            <a:noFill/>
          </a:ln>
        </p:spPr>
      </p:pic>
      <p:sp>
        <p:nvSpPr>
          <p:cNvPr id="1011" name="Text 3"/>
          <p:cNvSpPr/>
          <p:nvPr/>
        </p:nvSpPr>
        <p:spPr>
          <a:xfrm>
            <a:off x="3430440" y="3475440"/>
            <a:ext cx="25617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Banking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12" name="Text 4"/>
          <p:cNvSpPr/>
          <p:nvPr/>
        </p:nvSpPr>
        <p:spPr>
          <a:xfrm>
            <a:off x="3430440" y="3832920"/>
            <a:ext cx="2561760" cy="10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05449"/>
                </a:solidFill>
                <a:latin typeface="Nobile"/>
                <a:ea typeface="Nobile"/>
              </a:rPr>
              <a:t>Track slow database queries in payment systems and ensure transaction processing meets SLA requirements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1013" name="Image 2" descr="preencoded.png"/>
          <p:cNvPicPr/>
          <p:nvPr/>
        </p:nvPicPr>
        <p:blipFill>
          <a:blip r:embed="rId3"/>
          <a:stretch/>
        </p:blipFill>
        <p:spPr>
          <a:xfrm>
            <a:off x="6199200" y="1726560"/>
            <a:ext cx="2561760" cy="1583280"/>
          </a:xfrm>
          <a:prstGeom prst="rect">
            <a:avLst/>
          </a:prstGeom>
          <a:ln w="0">
            <a:noFill/>
          </a:ln>
        </p:spPr>
      </p:pic>
      <p:sp>
        <p:nvSpPr>
          <p:cNvPr id="1014" name="Text 5"/>
          <p:cNvSpPr/>
          <p:nvPr/>
        </p:nvSpPr>
        <p:spPr>
          <a:xfrm>
            <a:off x="6199200" y="3475440"/>
            <a:ext cx="25617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Kubernetes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15" name="Text 6"/>
          <p:cNvSpPr/>
          <p:nvPr/>
        </p:nvSpPr>
        <p:spPr>
          <a:xfrm>
            <a:off x="6199200" y="3832920"/>
            <a:ext cx="2561760" cy="10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05449"/>
                </a:solidFill>
                <a:latin typeface="Nobile"/>
                <a:ea typeface="Nobile"/>
              </a:rPr>
              <a:t>Detect pod crashes, monitor container CPU usage, and track resource allocation across clusters</a:t>
            </a:r>
            <a:endParaRPr b="0" lang="en-IN" sz="1300" spc="-1" strike="noStrike">
              <a:latin typeface="Arial"/>
            </a:endParaRPr>
          </a:p>
        </p:txBody>
      </p:sp>
      <p:pic>
        <p:nvPicPr>
          <p:cNvPr id="1016" name="Image 3" descr="preencoded.png"/>
          <p:cNvPicPr/>
          <p:nvPr/>
        </p:nvPicPr>
        <p:blipFill>
          <a:blip r:embed="rId4"/>
          <a:stretch/>
        </p:blipFill>
        <p:spPr>
          <a:xfrm>
            <a:off x="8967960" y="1726560"/>
            <a:ext cx="2561760" cy="1583280"/>
          </a:xfrm>
          <a:prstGeom prst="rect">
            <a:avLst/>
          </a:prstGeom>
          <a:ln w="0">
            <a:noFill/>
          </a:ln>
        </p:spPr>
      </p:pic>
      <p:sp>
        <p:nvSpPr>
          <p:cNvPr id="1017" name="Text 7"/>
          <p:cNvSpPr/>
          <p:nvPr/>
        </p:nvSpPr>
        <p:spPr>
          <a:xfrm>
            <a:off x="8967960" y="3475440"/>
            <a:ext cx="256176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Microservices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18" name="Text 8"/>
          <p:cNvSpPr/>
          <p:nvPr/>
        </p:nvSpPr>
        <p:spPr>
          <a:xfrm>
            <a:off x="8967960" y="3833280"/>
            <a:ext cx="2561760" cy="105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405449"/>
                </a:solidFill>
                <a:latin typeface="Nobile"/>
                <a:ea typeface="Nobile"/>
              </a:rPr>
              <a:t>Trace request paths across services and identify bottlenecks in distributed architectures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19" name="Text 9"/>
          <p:cNvSpPr/>
          <p:nvPr/>
        </p:nvSpPr>
        <p:spPr>
          <a:xfrm>
            <a:off x="909360" y="5263560"/>
            <a:ext cx="1062036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33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405449"/>
                </a:solidFill>
                <a:latin typeface="Nobile Bold"/>
                <a:ea typeface="Nobile Bold"/>
              </a:rPr>
              <a:t>Microservices Trace Example:</a:t>
            </a:r>
            <a:r>
              <a:rPr b="0" lang="en-US" sz="1300" spc="-1" strike="noStrike">
                <a:solidFill>
                  <a:srgbClr val="405449"/>
                </a:solidFill>
                <a:latin typeface="Nobile"/>
                <a:ea typeface="Nobile"/>
              </a:rPr>
              <a:t> Frontend → API Gateway (50ms) → Payment Service (800ms) → Database (700ms bottleneck identified)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20" name="Shape 10"/>
          <p:cNvSpPr/>
          <p:nvPr/>
        </p:nvSpPr>
        <p:spPr>
          <a:xfrm>
            <a:off x="661320" y="5077440"/>
            <a:ext cx="18720" cy="901080"/>
          </a:xfrm>
          <a:prstGeom prst="roundRect">
            <a:avLst>
              <a:gd name="adj" fmla="val 49999"/>
            </a:avLst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Text 0"/>
          <p:cNvSpPr/>
          <p:nvPr/>
        </p:nvSpPr>
        <p:spPr>
          <a:xfrm>
            <a:off x="661320" y="675360"/>
            <a:ext cx="1086840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2750" spc="-1" strike="noStrike">
                <a:solidFill>
                  <a:srgbClr val="3b4540"/>
                </a:solidFill>
                <a:latin typeface="Fraunces ExtraBold"/>
                <a:ea typeface="Fraunces ExtraBold"/>
              </a:rPr>
              <a:t>Training Summary &amp; Next Steps</a:t>
            </a:r>
            <a:endParaRPr b="0" lang="en-IN" sz="2750" spc="-1" strike="noStrike">
              <a:latin typeface="Arial"/>
            </a:endParaRPr>
          </a:p>
        </p:txBody>
      </p:sp>
      <p:sp>
        <p:nvSpPr>
          <p:cNvPr id="1022" name="Text 1"/>
          <p:cNvSpPr/>
          <p:nvPr/>
        </p:nvSpPr>
        <p:spPr>
          <a:xfrm>
            <a:off x="661320" y="1413360"/>
            <a:ext cx="5262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3b4540"/>
                </a:solidFill>
                <a:latin typeface="Fraunces ExtraBold"/>
                <a:ea typeface="Fraunces ExtraBold"/>
              </a:rPr>
              <a:t>What We Covered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023" name="Shape 2"/>
          <p:cNvSpPr/>
          <p:nvPr/>
        </p:nvSpPr>
        <p:spPr>
          <a:xfrm>
            <a:off x="661320" y="1844640"/>
            <a:ext cx="69840" cy="69840"/>
          </a:xfrm>
          <a:prstGeom prst="ellipse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4" name="Text 3"/>
          <p:cNvSpPr/>
          <p:nvPr/>
        </p:nvSpPr>
        <p:spPr>
          <a:xfrm>
            <a:off x="851040" y="1767240"/>
            <a:ext cx="507276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Nobile"/>
                <a:ea typeface="Nobile"/>
              </a:rPr>
              <a:t>New Relic fundamentals and architecture overview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25" name="Shape 4"/>
          <p:cNvSpPr/>
          <p:nvPr/>
        </p:nvSpPr>
        <p:spPr>
          <a:xfrm>
            <a:off x="661320" y="2291400"/>
            <a:ext cx="69840" cy="69840"/>
          </a:xfrm>
          <a:prstGeom prst="ellipse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6" name="Text 5"/>
          <p:cNvSpPr/>
          <p:nvPr/>
        </p:nvSpPr>
        <p:spPr>
          <a:xfrm>
            <a:off x="851040" y="2214000"/>
            <a:ext cx="507276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Nobile"/>
                <a:ea typeface="Nobile"/>
              </a:rPr>
              <a:t>Application Performance Monitoring (APM) deep dive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27" name="Shape 6"/>
          <p:cNvSpPr/>
          <p:nvPr/>
        </p:nvSpPr>
        <p:spPr>
          <a:xfrm>
            <a:off x="661320" y="2738520"/>
            <a:ext cx="69840" cy="69840"/>
          </a:xfrm>
          <a:prstGeom prst="ellipse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8" name="Text 7"/>
          <p:cNvSpPr/>
          <p:nvPr/>
        </p:nvSpPr>
        <p:spPr>
          <a:xfrm>
            <a:off x="851040" y="2661120"/>
            <a:ext cx="507276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Nobile"/>
                <a:ea typeface="Nobile"/>
              </a:rPr>
              <a:t>Infrastructure monitoring and centralized logging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29" name="Shape 8"/>
          <p:cNvSpPr/>
          <p:nvPr/>
        </p:nvSpPr>
        <p:spPr>
          <a:xfrm>
            <a:off x="661320" y="3185280"/>
            <a:ext cx="69840" cy="69840"/>
          </a:xfrm>
          <a:prstGeom prst="ellipse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0" name="Text 9"/>
          <p:cNvSpPr/>
          <p:nvPr/>
        </p:nvSpPr>
        <p:spPr>
          <a:xfrm>
            <a:off x="851040" y="3108240"/>
            <a:ext cx="507276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Nobile"/>
                <a:ea typeface="Nobile"/>
              </a:rPr>
              <a:t>Custom dashboards and NRQL query language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31" name="Shape 10"/>
          <p:cNvSpPr/>
          <p:nvPr/>
        </p:nvSpPr>
        <p:spPr>
          <a:xfrm>
            <a:off x="661320" y="3632400"/>
            <a:ext cx="69840" cy="69840"/>
          </a:xfrm>
          <a:prstGeom prst="ellipse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2" name="Text 11"/>
          <p:cNvSpPr/>
          <p:nvPr/>
        </p:nvSpPr>
        <p:spPr>
          <a:xfrm>
            <a:off x="851040" y="3555000"/>
            <a:ext cx="507276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Nobile"/>
                <a:ea typeface="Nobile"/>
              </a:rPr>
              <a:t>Alert configuration and incident management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33" name="Shape 12"/>
          <p:cNvSpPr/>
          <p:nvPr/>
        </p:nvSpPr>
        <p:spPr>
          <a:xfrm>
            <a:off x="661320" y="4079520"/>
            <a:ext cx="69840" cy="69840"/>
          </a:xfrm>
          <a:prstGeom prst="ellipse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4" name="Text 13"/>
          <p:cNvSpPr/>
          <p:nvPr/>
        </p:nvSpPr>
        <p:spPr>
          <a:xfrm>
            <a:off x="851040" y="4002120"/>
            <a:ext cx="507276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Nobile"/>
                <a:ea typeface="Nobile"/>
              </a:rPr>
              <a:t>Security best practices and cost optimization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35" name="Shape 14"/>
          <p:cNvSpPr/>
          <p:nvPr/>
        </p:nvSpPr>
        <p:spPr>
          <a:xfrm>
            <a:off x="661320" y="4526280"/>
            <a:ext cx="69840" cy="69840"/>
          </a:xfrm>
          <a:prstGeom prst="ellipse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6" name="Text 15"/>
          <p:cNvSpPr/>
          <p:nvPr/>
        </p:nvSpPr>
        <p:spPr>
          <a:xfrm>
            <a:off x="851040" y="4449240"/>
            <a:ext cx="507276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Nobile"/>
                <a:ea typeface="Nobile"/>
              </a:rPr>
              <a:t>Real-world use cases across different industries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37" name="Text 16"/>
          <p:cNvSpPr/>
          <p:nvPr/>
        </p:nvSpPr>
        <p:spPr>
          <a:xfrm>
            <a:off x="6273720" y="1413360"/>
            <a:ext cx="5262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3b4540"/>
                </a:solidFill>
                <a:latin typeface="Fraunces ExtraBold"/>
                <a:ea typeface="Fraunces ExtraBold"/>
              </a:rPr>
              <a:t>Recommended Next Steps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038" name="Text 17"/>
          <p:cNvSpPr/>
          <p:nvPr/>
        </p:nvSpPr>
        <p:spPr>
          <a:xfrm>
            <a:off x="6273720" y="1767240"/>
            <a:ext cx="280800" cy="1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Fraunces Light"/>
                <a:ea typeface="Fraunces Light"/>
              </a:rPr>
              <a:t>01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39" name="Shape 18"/>
          <p:cNvSpPr/>
          <p:nvPr/>
        </p:nvSpPr>
        <p:spPr>
          <a:xfrm>
            <a:off x="6273720" y="1987200"/>
            <a:ext cx="5262480" cy="18720"/>
          </a:xfrm>
          <a:prstGeom prst="rect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0" name="Text 19"/>
          <p:cNvSpPr/>
          <p:nvPr/>
        </p:nvSpPr>
        <p:spPr>
          <a:xfrm>
            <a:off x="6273720" y="2095560"/>
            <a:ext cx="5262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Try Free Tier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041" name="Text 20"/>
          <p:cNvSpPr/>
          <p:nvPr/>
        </p:nvSpPr>
        <p:spPr>
          <a:xfrm>
            <a:off x="6273720" y="2434320"/>
            <a:ext cx="526248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Nobile"/>
                <a:ea typeface="Nobile"/>
              </a:rPr>
              <a:t>Set up a demo application with New Relic monitoring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42" name="Text 21"/>
          <p:cNvSpPr/>
          <p:nvPr/>
        </p:nvSpPr>
        <p:spPr>
          <a:xfrm>
            <a:off x="6273720" y="2867400"/>
            <a:ext cx="280800" cy="1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Fraunces Light"/>
                <a:ea typeface="Fraunces Light"/>
              </a:rPr>
              <a:t>02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43" name="Shape 22"/>
          <p:cNvSpPr/>
          <p:nvPr/>
        </p:nvSpPr>
        <p:spPr>
          <a:xfrm>
            <a:off x="6273720" y="3087360"/>
            <a:ext cx="5262480" cy="18720"/>
          </a:xfrm>
          <a:prstGeom prst="rect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4" name="Text 23"/>
          <p:cNvSpPr/>
          <p:nvPr/>
        </p:nvSpPr>
        <p:spPr>
          <a:xfrm>
            <a:off x="6273720" y="3195360"/>
            <a:ext cx="5262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Practice NRQL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045" name="Text 24"/>
          <p:cNvSpPr/>
          <p:nvPr/>
        </p:nvSpPr>
        <p:spPr>
          <a:xfrm>
            <a:off x="6273720" y="3534480"/>
            <a:ext cx="526248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Nobile"/>
                <a:ea typeface="Nobile"/>
              </a:rPr>
              <a:t>Experiment with custom queries and data exploration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46" name="Text 25"/>
          <p:cNvSpPr/>
          <p:nvPr/>
        </p:nvSpPr>
        <p:spPr>
          <a:xfrm>
            <a:off x="6273720" y="3967560"/>
            <a:ext cx="280800" cy="1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Fraunces Light"/>
                <a:ea typeface="Fraunces Light"/>
              </a:rPr>
              <a:t>03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47" name="Shape 26"/>
          <p:cNvSpPr/>
          <p:nvPr/>
        </p:nvSpPr>
        <p:spPr>
          <a:xfrm>
            <a:off x="6273720" y="4187160"/>
            <a:ext cx="5262480" cy="18720"/>
          </a:xfrm>
          <a:prstGeom prst="rect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8" name="Text 27"/>
          <p:cNvSpPr/>
          <p:nvPr/>
        </p:nvSpPr>
        <p:spPr>
          <a:xfrm>
            <a:off x="6273720" y="4295520"/>
            <a:ext cx="5262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Build Team Dashboard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049" name="Text 28"/>
          <p:cNvSpPr/>
          <p:nvPr/>
        </p:nvSpPr>
        <p:spPr>
          <a:xfrm>
            <a:off x="6273720" y="4634640"/>
            <a:ext cx="526248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Nobile"/>
                <a:ea typeface="Nobile"/>
              </a:rPr>
              <a:t>Create shared dashboards for your development team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50" name="Text 29"/>
          <p:cNvSpPr/>
          <p:nvPr/>
        </p:nvSpPr>
        <p:spPr>
          <a:xfrm>
            <a:off x="6273720" y="5067720"/>
            <a:ext cx="280800" cy="17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Fraunces Light"/>
                <a:ea typeface="Fraunces Light"/>
              </a:rPr>
              <a:t>04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51" name="Shape 30"/>
          <p:cNvSpPr/>
          <p:nvPr/>
        </p:nvSpPr>
        <p:spPr>
          <a:xfrm>
            <a:off x="6273720" y="5287320"/>
            <a:ext cx="5262480" cy="18720"/>
          </a:xfrm>
          <a:prstGeom prst="rect">
            <a:avLst/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52" name="Text 31"/>
          <p:cNvSpPr/>
          <p:nvPr/>
        </p:nvSpPr>
        <p:spPr>
          <a:xfrm>
            <a:off x="6273720" y="5395680"/>
            <a:ext cx="5262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Configure Alerts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053" name="Text 32"/>
          <p:cNvSpPr/>
          <p:nvPr/>
        </p:nvSpPr>
        <p:spPr>
          <a:xfrm>
            <a:off x="6273720" y="5734800"/>
            <a:ext cx="5262480" cy="20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Nobile"/>
                <a:ea typeface="Nobile"/>
              </a:rPr>
              <a:t>Set up proactive monitoring for critical applications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Text 0"/>
          <p:cNvSpPr/>
          <p:nvPr/>
        </p:nvSpPr>
        <p:spPr>
          <a:xfrm>
            <a:off x="661320" y="527040"/>
            <a:ext cx="10868400" cy="41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2600" spc="-1" strike="noStrike">
                <a:solidFill>
                  <a:srgbClr val="3b4540"/>
                </a:solidFill>
                <a:latin typeface="Fraunces ExtraBold"/>
                <a:ea typeface="Fraunces ExtraBold"/>
              </a:rPr>
              <a:t>Session Time Breakdown</a:t>
            </a:r>
            <a:endParaRPr b="0" lang="en-IN" sz="2600" spc="-1" strike="noStrike">
              <a:latin typeface="Arial"/>
            </a:endParaRPr>
          </a:p>
        </p:txBody>
      </p:sp>
      <p:pic>
        <p:nvPicPr>
          <p:cNvPr id="1055" name="Image 0" descr="preencoded.png"/>
          <p:cNvPicPr/>
          <p:nvPr/>
        </p:nvPicPr>
        <p:blipFill>
          <a:blip r:embed="rId1"/>
          <a:stretch/>
        </p:blipFill>
        <p:spPr>
          <a:xfrm>
            <a:off x="661320" y="1152000"/>
            <a:ext cx="8694720" cy="4869000"/>
          </a:xfrm>
          <a:prstGeom prst="rect">
            <a:avLst/>
          </a:prstGeom>
          <a:ln w="0">
            <a:noFill/>
          </a:ln>
        </p:spPr>
      </p:pic>
      <p:sp>
        <p:nvSpPr>
          <p:cNvPr id="1056" name="Text 1"/>
          <p:cNvSpPr/>
          <p:nvPr/>
        </p:nvSpPr>
        <p:spPr>
          <a:xfrm>
            <a:off x="661320" y="6140520"/>
            <a:ext cx="1147788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405449"/>
                </a:solidFill>
                <a:latin typeface="Nobile"/>
                <a:ea typeface="Nobile"/>
              </a:rPr>
              <a:t>This structured 60-minute format ensures comprehensive coverage while maintaining engagement through varied content delivery and interactive elements.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4571640" cy="6857640"/>
          </a:xfrm>
          <a:prstGeom prst="rect">
            <a:avLst/>
          </a:prstGeom>
          <a:ln w="0">
            <a:noFill/>
          </a:ln>
        </p:spPr>
      </p:pic>
      <p:sp>
        <p:nvSpPr>
          <p:cNvPr id="1058" name="Text 0"/>
          <p:cNvSpPr/>
          <p:nvPr/>
        </p:nvSpPr>
        <p:spPr>
          <a:xfrm>
            <a:off x="5233320" y="612360"/>
            <a:ext cx="629640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2750" spc="-1" strike="noStrike">
                <a:solidFill>
                  <a:srgbClr val="3b4540"/>
                </a:solidFill>
                <a:latin typeface="Fraunces ExtraBold"/>
                <a:ea typeface="Fraunces ExtraBold"/>
              </a:rPr>
              <a:t>Essential Screenshots to Include</a:t>
            </a:r>
            <a:endParaRPr b="0" lang="en-IN" sz="2750" spc="-1" strike="noStrike">
              <a:latin typeface="Arial"/>
            </a:endParaRPr>
          </a:p>
        </p:txBody>
      </p:sp>
      <p:pic>
        <p:nvPicPr>
          <p:cNvPr id="1059" name="Image 1" descr="preencoded.png"/>
          <p:cNvPicPr/>
          <p:nvPr/>
        </p:nvPicPr>
        <p:blipFill>
          <a:blip r:embed="rId2"/>
          <a:stretch/>
        </p:blipFill>
        <p:spPr>
          <a:xfrm>
            <a:off x="5233320" y="1230840"/>
            <a:ext cx="6296400" cy="1026000"/>
          </a:xfrm>
          <a:prstGeom prst="rect">
            <a:avLst/>
          </a:prstGeom>
          <a:ln w="0">
            <a:noFill/>
          </a:ln>
        </p:spPr>
      </p:pic>
      <p:pic>
        <p:nvPicPr>
          <p:cNvPr id="1060" name="Image 2" descr="preencoded.png"/>
          <p:cNvPicPr/>
          <p:nvPr/>
        </p:nvPicPr>
        <p:blipFill>
          <a:blip r:embed="rId3"/>
          <a:stretch/>
        </p:blipFill>
        <p:spPr>
          <a:xfrm>
            <a:off x="5428080" y="1638720"/>
            <a:ext cx="210600" cy="210600"/>
          </a:xfrm>
          <a:prstGeom prst="rect">
            <a:avLst/>
          </a:prstGeom>
          <a:ln w="0">
            <a:noFill/>
          </a:ln>
        </p:spPr>
      </p:pic>
      <p:sp>
        <p:nvSpPr>
          <p:cNvPr id="1061" name="Text 1"/>
          <p:cNvSpPr/>
          <p:nvPr/>
        </p:nvSpPr>
        <p:spPr>
          <a:xfrm>
            <a:off x="5934240" y="1390320"/>
            <a:ext cx="5436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New Relic APM Dashboard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062" name="Text 2"/>
          <p:cNvSpPr/>
          <p:nvPr/>
        </p:nvSpPr>
        <p:spPr>
          <a:xfrm>
            <a:off x="5934240" y="1681560"/>
            <a:ext cx="543636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Nobile"/>
                <a:ea typeface="Nobile"/>
              </a:rPr>
              <a:t>Show the main APM overview with response times, throughput, and error rates for a sample application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1063" name="Image 3" descr="preencoded.png"/>
          <p:cNvPicPr/>
          <p:nvPr/>
        </p:nvPicPr>
        <p:blipFill>
          <a:blip r:embed="rId4"/>
          <a:stretch/>
        </p:blipFill>
        <p:spPr>
          <a:xfrm>
            <a:off x="5233320" y="2376720"/>
            <a:ext cx="6296400" cy="1026000"/>
          </a:xfrm>
          <a:prstGeom prst="rect">
            <a:avLst/>
          </a:prstGeom>
          <a:ln w="0">
            <a:noFill/>
          </a:ln>
        </p:spPr>
      </p:pic>
      <p:pic>
        <p:nvPicPr>
          <p:cNvPr id="1064" name="Image 4" descr="preencoded.png"/>
          <p:cNvPicPr/>
          <p:nvPr/>
        </p:nvPicPr>
        <p:blipFill>
          <a:blip r:embed="rId5"/>
          <a:stretch/>
        </p:blipFill>
        <p:spPr>
          <a:xfrm>
            <a:off x="5428080" y="2784600"/>
            <a:ext cx="210600" cy="210600"/>
          </a:xfrm>
          <a:prstGeom prst="rect">
            <a:avLst/>
          </a:prstGeom>
          <a:ln w="0">
            <a:noFill/>
          </a:ln>
        </p:spPr>
      </p:pic>
      <p:sp>
        <p:nvSpPr>
          <p:cNvPr id="1065" name="Text 3"/>
          <p:cNvSpPr/>
          <p:nvPr/>
        </p:nvSpPr>
        <p:spPr>
          <a:xfrm>
            <a:off x="5934240" y="2536200"/>
            <a:ext cx="5436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Infrastructure Monitoring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066" name="Text 4"/>
          <p:cNvSpPr/>
          <p:nvPr/>
        </p:nvSpPr>
        <p:spPr>
          <a:xfrm>
            <a:off x="5934240" y="2827440"/>
            <a:ext cx="543636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Nobile"/>
                <a:ea typeface="Nobile"/>
              </a:rPr>
              <a:t>Display Kubernetes pods monitoring or EC2 instance metrics with CPU, memory, and network usage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1067" name="Image 5" descr="preencoded.png"/>
          <p:cNvPicPr/>
          <p:nvPr/>
        </p:nvPicPr>
        <p:blipFill>
          <a:blip r:embed="rId6"/>
          <a:stretch/>
        </p:blipFill>
        <p:spPr>
          <a:xfrm>
            <a:off x="5233320" y="3522600"/>
            <a:ext cx="6296400" cy="1026000"/>
          </a:xfrm>
          <a:prstGeom prst="rect">
            <a:avLst/>
          </a:prstGeom>
          <a:ln w="0">
            <a:noFill/>
          </a:ln>
        </p:spPr>
      </p:pic>
      <p:pic>
        <p:nvPicPr>
          <p:cNvPr id="1068" name="Image 6" descr="preencoded.png"/>
          <p:cNvPicPr/>
          <p:nvPr/>
        </p:nvPicPr>
        <p:blipFill>
          <a:blip r:embed="rId7"/>
          <a:stretch/>
        </p:blipFill>
        <p:spPr>
          <a:xfrm>
            <a:off x="5428080" y="3930480"/>
            <a:ext cx="210600" cy="210600"/>
          </a:xfrm>
          <a:prstGeom prst="rect">
            <a:avLst/>
          </a:prstGeom>
          <a:ln w="0">
            <a:noFill/>
          </a:ln>
        </p:spPr>
      </p:pic>
      <p:sp>
        <p:nvSpPr>
          <p:cNvPr id="1069" name="Text 5"/>
          <p:cNvSpPr/>
          <p:nvPr/>
        </p:nvSpPr>
        <p:spPr>
          <a:xfrm>
            <a:off x="5934240" y="3682080"/>
            <a:ext cx="5436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NRQL Query Results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070" name="Text 6"/>
          <p:cNvSpPr/>
          <p:nvPr/>
        </p:nvSpPr>
        <p:spPr>
          <a:xfrm>
            <a:off x="5934240" y="3973320"/>
            <a:ext cx="543636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Nobile"/>
                <a:ea typeface="Nobile"/>
              </a:rPr>
              <a:t>Demonstrate a custom NRQL query with results showing application performance data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1071" name="Image 7" descr="preencoded.png"/>
          <p:cNvPicPr/>
          <p:nvPr/>
        </p:nvPicPr>
        <p:blipFill>
          <a:blip r:embed="rId8"/>
          <a:stretch/>
        </p:blipFill>
        <p:spPr>
          <a:xfrm>
            <a:off x="5233320" y="4668480"/>
            <a:ext cx="6296400" cy="1026000"/>
          </a:xfrm>
          <a:prstGeom prst="rect">
            <a:avLst/>
          </a:prstGeom>
          <a:ln w="0">
            <a:noFill/>
          </a:ln>
        </p:spPr>
      </p:pic>
      <p:pic>
        <p:nvPicPr>
          <p:cNvPr id="1072" name="Image 8" descr="preencoded.png"/>
          <p:cNvPicPr/>
          <p:nvPr/>
        </p:nvPicPr>
        <p:blipFill>
          <a:blip r:embed="rId9"/>
          <a:stretch/>
        </p:blipFill>
        <p:spPr>
          <a:xfrm>
            <a:off x="5428080" y="5076360"/>
            <a:ext cx="210600" cy="210600"/>
          </a:xfrm>
          <a:prstGeom prst="rect">
            <a:avLst/>
          </a:prstGeom>
          <a:ln w="0">
            <a:noFill/>
          </a:ln>
        </p:spPr>
      </p:pic>
      <p:sp>
        <p:nvSpPr>
          <p:cNvPr id="1073" name="Text 7"/>
          <p:cNvSpPr/>
          <p:nvPr/>
        </p:nvSpPr>
        <p:spPr>
          <a:xfrm>
            <a:off x="5934240" y="4827960"/>
            <a:ext cx="5436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405449"/>
                </a:solidFill>
                <a:latin typeface="Fraunces ExtraBold"/>
                <a:ea typeface="Fraunces ExtraBold"/>
              </a:rPr>
              <a:t>Slack Alert Example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074" name="Text 8"/>
          <p:cNvSpPr/>
          <p:nvPr/>
        </p:nvSpPr>
        <p:spPr>
          <a:xfrm>
            <a:off x="5934240" y="5119200"/>
            <a:ext cx="543636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Nobile"/>
                <a:ea typeface="Nobile"/>
              </a:rPr>
              <a:t>Show a real Slack notification triggered by New Relic alert with incident details and context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75" name="Text 9"/>
          <p:cNvSpPr/>
          <p:nvPr/>
        </p:nvSpPr>
        <p:spPr>
          <a:xfrm>
            <a:off x="5233320" y="5829480"/>
            <a:ext cx="6296400" cy="4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23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05449"/>
                </a:solidFill>
                <a:latin typeface="Nobile"/>
                <a:ea typeface="Nobile"/>
              </a:rPr>
              <a:t>These visual examples will help participants understand the practical application of concepts covered in the training session.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Text 0"/>
          <p:cNvSpPr/>
          <p:nvPr/>
        </p:nvSpPr>
        <p:spPr>
          <a:xfrm>
            <a:off x="661320" y="454680"/>
            <a:ext cx="10868400" cy="2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3b4540"/>
                </a:solidFill>
                <a:latin typeface="Fraunces ExtraBold"/>
                <a:ea typeface="Fraunces ExtraBold"/>
              </a:rPr>
              <a:t>Additional Resources &amp; Documentation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077" name="Text 1"/>
          <p:cNvSpPr/>
          <p:nvPr/>
        </p:nvSpPr>
        <p:spPr>
          <a:xfrm>
            <a:off x="606960" y="1311120"/>
            <a:ext cx="5333040" cy="12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3b4540"/>
                </a:solidFill>
                <a:latin typeface="Fraunces ExtraBold"/>
                <a:ea typeface="Fraunces ExtraBold"/>
              </a:rPr>
              <a:t>Official Resources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78" name="Text 2"/>
          <p:cNvSpPr/>
          <p:nvPr/>
        </p:nvSpPr>
        <p:spPr>
          <a:xfrm>
            <a:off x="661320" y="1900800"/>
            <a:ext cx="533304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3120" bIns="0" anchor="t">
            <a:normAutofit fontScale="41000"/>
          </a:bodyPr>
          <a:p>
            <a:pPr marL="132120" indent="-132120">
              <a:lnSpc>
                <a:spcPct val="100000"/>
              </a:lnSpc>
              <a:buClr>
                <a:srgbClr val="405449"/>
              </a:buClr>
              <a:buFont typeface="Symbol" charset="2"/>
              <a:buChar char=""/>
            </a:pPr>
            <a:r>
              <a:rPr b="1" lang="en-US" sz="1600" spc="-1" strike="noStrike">
                <a:solidFill>
                  <a:srgbClr val="405449"/>
                </a:solidFill>
                <a:latin typeface="Nobile Bold"/>
                <a:ea typeface="Nobile Bold"/>
              </a:rPr>
              <a:t>New Relic University:</a:t>
            </a:r>
            <a:r>
              <a:rPr b="0" lang="en-US" sz="1600" spc="-1" strike="noStrike">
                <a:solidFill>
                  <a:srgbClr val="405449"/>
                </a:solidFill>
                <a:latin typeface="Nobile"/>
                <a:ea typeface="Nobile"/>
              </a:rPr>
              <a:t> Free online courses and certifications</a:t>
            </a:r>
            <a:endParaRPr b="0" lang="en-IN" sz="1600" spc="-1" strike="noStrike">
              <a:latin typeface="Arial"/>
            </a:endParaRPr>
          </a:p>
          <a:p>
            <a:pPr marL="132120" indent="-132120">
              <a:lnSpc>
                <a:spcPct val="100000"/>
              </a:lnSpc>
              <a:buClr>
                <a:srgbClr val="405449"/>
              </a:buClr>
              <a:buFont typeface="Symbol" charset="2"/>
              <a:buChar char=""/>
            </a:pPr>
            <a:r>
              <a:rPr b="1" lang="en-US" sz="1600" spc="-1" strike="noStrike">
                <a:solidFill>
                  <a:srgbClr val="405449"/>
                </a:solidFill>
                <a:latin typeface="Nobile Bold"/>
                <a:ea typeface="Nobile Bold"/>
              </a:rPr>
              <a:t>Documentation Hub:</a:t>
            </a:r>
            <a:r>
              <a:rPr b="0" lang="en-US" sz="1600" spc="-1" strike="noStrike">
                <a:solidFill>
                  <a:srgbClr val="405449"/>
                </a:solidFill>
                <a:latin typeface="Nobile"/>
                <a:ea typeface="Nobile"/>
              </a:rPr>
              <a:t> Comprehensive guides for all features</a:t>
            </a:r>
            <a:endParaRPr b="0" lang="en-IN" sz="1600" spc="-1" strike="noStrike">
              <a:latin typeface="Arial"/>
            </a:endParaRPr>
          </a:p>
          <a:p>
            <a:pPr marL="132120" indent="-132120">
              <a:lnSpc>
                <a:spcPct val="100000"/>
              </a:lnSpc>
              <a:buClr>
                <a:srgbClr val="405449"/>
              </a:buClr>
              <a:buFont typeface="Symbol" charset="2"/>
              <a:buChar char=""/>
            </a:pPr>
            <a:r>
              <a:rPr b="1" lang="en-US" sz="1600" spc="-1" strike="noStrike">
                <a:solidFill>
                  <a:srgbClr val="405449"/>
                </a:solidFill>
                <a:latin typeface="Nobile Bold"/>
                <a:ea typeface="Nobile Bold"/>
              </a:rPr>
              <a:t>Community Forum:</a:t>
            </a:r>
            <a:r>
              <a:rPr b="0" lang="en-US" sz="1600" spc="-1" strike="noStrike">
                <a:solidFill>
                  <a:srgbClr val="405449"/>
                </a:solidFill>
                <a:latin typeface="Nobile"/>
                <a:ea typeface="Nobile"/>
              </a:rPr>
              <a:t> Peer support and best practices sharing</a:t>
            </a:r>
            <a:endParaRPr b="0" lang="en-IN" sz="1600" spc="-1" strike="noStrike">
              <a:latin typeface="Arial"/>
            </a:endParaRPr>
          </a:p>
          <a:p>
            <a:pPr marL="132120" indent="-132120">
              <a:lnSpc>
                <a:spcPct val="100000"/>
              </a:lnSpc>
              <a:buClr>
                <a:srgbClr val="405449"/>
              </a:buClr>
              <a:buFont typeface="Symbol" charset="2"/>
              <a:buChar char=""/>
            </a:pPr>
            <a:r>
              <a:rPr b="1" lang="en-US" sz="1600" spc="-1" strike="noStrike">
                <a:solidFill>
                  <a:srgbClr val="405449"/>
                </a:solidFill>
                <a:latin typeface="Nobile Bold"/>
                <a:ea typeface="Nobile Bold"/>
              </a:rPr>
              <a:t>GitHub Examples:</a:t>
            </a:r>
            <a:r>
              <a:rPr b="0" lang="en-US" sz="1600" spc="-1" strike="noStrike">
                <a:solidFill>
                  <a:srgbClr val="405449"/>
                </a:solidFill>
                <a:latin typeface="Nobile"/>
                <a:ea typeface="Nobile"/>
              </a:rPr>
              <a:t> Sample applications with New Relic integration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79" name="Text 3"/>
          <p:cNvSpPr/>
          <p:nvPr/>
        </p:nvSpPr>
        <p:spPr>
          <a:xfrm>
            <a:off x="720000" y="3240000"/>
            <a:ext cx="5333040" cy="12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>
              <a:lnSpc>
                <a:spcPct val="104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b4540"/>
                </a:solidFill>
                <a:latin typeface="Fraunces ExtraBold"/>
                <a:ea typeface="Fraunces ExtraBold"/>
              </a:rPr>
              <a:t>Learning Path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80" name="Text 4"/>
          <p:cNvSpPr/>
          <p:nvPr/>
        </p:nvSpPr>
        <p:spPr>
          <a:xfrm>
            <a:off x="720000" y="3700800"/>
            <a:ext cx="5333040" cy="4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45000"/>
          </a:bodyPr>
          <a:p>
            <a:pPr marL="132120" indent="-132120">
              <a:lnSpc>
                <a:spcPct val="100000"/>
              </a:lnSpc>
              <a:buClr>
                <a:srgbClr val="405449"/>
              </a:buClr>
              <a:buFont typeface="Calibri Light"/>
              <a:buAutoNum type="arabicPeriod"/>
            </a:pPr>
            <a:r>
              <a:rPr b="0" lang="en-US" sz="1600" spc="-1" strike="noStrike">
                <a:solidFill>
                  <a:srgbClr val="405449"/>
                </a:solidFill>
                <a:latin typeface="Nobile"/>
                <a:ea typeface="Nobile"/>
              </a:rPr>
              <a:t>Complete New Relic Fundamentals course</a:t>
            </a:r>
            <a:endParaRPr b="0" lang="en-IN" sz="1600" spc="-1" strike="noStrike">
              <a:latin typeface="Arial"/>
            </a:endParaRPr>
          </a:p>
          <a:p>
            <a:pPr marL="132120" indent="-132120">
              <a:lnSpc>
                <a:spcPct val="100000"/>
              </a:lnSpc>
              <a:buClr>
                <a:srgbClr val="405449"/>
              </a:buClr>
              <a:buFont typeface="Calibri Light"/>
              <a:buAutoNum type="arabicPeriod" startAt="2"/>
            </a:pPr>
            <a:r>
              <a:rPr b="0" lang="en-US" sz="1600" spc="-1" strike="noStrike">
                <a:solidFill>
                  <a:srgbClr val="405449"/>
                </a:solidFill>
                <a:latin typeface="Nobile"/>
                <a:ea typeface="Nobile"/>
              </a:rPr>
              <a:t>Practice with sample applications</a:t>
            </a:r>
            <a:endParaRPr b="0" lang="en-IN" sz="1600" spc="-1" strike="noStrike">
              <a:latin typeface="Arial"/>
            </a:endParaRPr>
          </a:p>
          <a:p>
            <a:pPr marL="132120" indent="-132120">
              <a:lnSpc>
                <a:spcPct val="100000"/>
              </a:lnSpc>
              <a:buClr>
                <a:srgbClr val="405449"/>
              </a:buClr>
              <a:buFont typeface="Calibri Light"/>
              <a:buAutoNum type="arabicPeriod" startAt="3"/>
            </a:pPr>
            <a:r>
              <a:rPr b="0" lang="en-US" sz="1600" spc="-1" strike="noStrike">
                <a:solidFill>
                  <a:srgbClr val="405449"/>
                </a:solidFill>
                <a:latin typeface="Nobile"/>
                <a:ea typeface="Nobile"/>
              </a:rPr>
              <a:t>Explore advanced NRQL techniques</a:t>
            </a:r>
            <a:endParaRPr b="0" lang="en-IN" sz="1600" spc="-1" strike="noStrike">
              <a:latin typeface="Arial"/>
            </a:endParaRPr>
          </a:p>
          <a:p>
            <a:pPr marL="132120" indent="-132120">
              <a:lnSpc>
                <a:spcPct val="100000"/>
              </a:lnSpc>
              <a:buClr>
                <a:srgbClr val="405449"/>
              </a:buClr>
              <a:buFont typeface="Calibri Light"/>
              <a:buAutoNum type="arabicPeriod" startAt="4"/>
            </a:pPr>
            <a:r>
              <a:rPr b="0" lang="en-US" sz="1600" spc="-1" strike="noStrike">
                <a:solidFill>
                  <a:srgbClr val="405449"/>
                </a:solidFill>
                <a:latin typeface="Nobile"/>
                <a:ea typeface="Nobile"/>
              </a:rPr>
              <a:t>Implement in production environment</a:t>
            </a:r>
            <a:endParaRPr b="0" lang="en-IN" sz="1600" spc="-1" strike="noStrike">
              <a:latin typeface="Arial"/>
            </a:endParaRPr>
          </a:p>
        </p:txBody>
      </p:sp>
      <p:pic>
        <p:nvPicPr>
          <p:cNvPr id="1081" name="Image 0" descr="preencoded.png"/>
          <p:cNvPicPr/>
          <p:nvPr/>
        </p:nvPicPr>
        <p:blipFill>
          <a:blip r:embed="rId1"/>
          <a:stretch/>
        </p:blipFill>
        <p:spPr>
          <a:xfrm>
            <a:off x="6203160" y="497880"/>
            <a:ext cx="5292000" cy="5292360"/>
          </a:xfrm>
          <a:prstGeom prst="rect">
            <a:avLst/>
          </a:prstGeom>
          <a:ln w="0">
            <a:noFill/>
          </a:ln>
        </p:spPr>
      </p:pic>
      <p:sp>
        <p:nvSpPr>
          <p:cNvPr id="1082" name="Shape 5"/>
          <p:cNvSpPr/>
          <p:nvPr/>
        </p:nvSpPr>
        <p:spPr>
          <a:xfrm>
            <a:off x="6203160" y="5836680"/>
            <a:ext cx="5333040" cy="313560"/>
          </a:xfrm>
          <a:prstGeom prst="roundRect">
            <a:avLst>
              <a:gd name="adj" fmla="val 23708"/>
            </a:avLst>
          </a:prstGeom>
          <a:solidFill>
            <a:srgbClr val="43895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83" name="Image 1" descr="preencoded.png"/>
          <p:cNvPicPr/>
          <p:nvPr/>
        </p:nvPicPr>
        <p:blipFill>
          <a:blip r:embed="rId2"/>
          <a:stretch/>
        </p:blipFill>
        <p:spPr>
          <a:xfrm>
            <a:off x="6285600" y="5898600"/>
            <a:ext cx="102960" cy="82440"/>
          </a:xfrm>
          <a:prstGeom prst="rect">
            <a:avLst/>
          </a:prstGeom>
          <a:ln w="0">
            <a:noFill/>
          </a:ln>
        </p:spPr>
      </p:pic>
      <p:sp>
        <p:nvSpPr>
          <p:cNvPr id="1084" name="Text 6"/>
          <p:cNvSpPr/>
          <p:nvPr/>
        </p:nvSpPr>
        <p:spPr>
          <a:xfrm>
            <a:off x="6471720" y="5894640"/>
            <a:ext cx="498204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650" spc="-1" strike="noStrike">
                <a:solidFill>
                  <a:srgbClr val="ffffff"/>
                </a:solidFill>
                <a:latin typeface="Nobile Bold"/>
                <a:ea typeface="Nobile Bold"/>
              </a:rPr>
              <a:t>Pro Tip:</a:t>
            </a:r>
            <a:r>
              <a:rPr b="0" lang="en-US" sz="650" spc="-1" strike="noStrike">
                <a:solidFill>
                  <a:srgbClr val="ffffff"/>
                </a:solidFill>
                <a:latin typeface="Nobile"/>
                <a:ea typeface="Nobile"/>
              </a:rPr>
              <a:t> Start with the free tier to explore features before committing to a paid plan. The free tier includes 100GB of data ingestion per month.</a:t>
            </a:r>
            <a:endParaRPr b="0" lang="en-IN" sz="6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PlaceHolder 1"/>
          <p:cNvSpPr>
            <a:spLocks noGrp="1"/>
          </p:cNvSpPr>
          <p:nvPr>
            <p:ph type="title"/>
          </p:nvPr>
        </p:nvSpPr>
        <p:spPr>
          <a:xfrm>
            <a:off x="365400" y="2025000"/>
            <a:ext cx="6629760" cy="1599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lnSpc>
                <a:spcPts val="5199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5f07"/>
                </a:solidFill>
                <a:latin typeface="Arial"/>
              </a:rPr>
              <a:t>Thank you</a:t>
            </a:r>
            <a:endParaRPr b="0" lang="en-US" sz="4400" spc="-1" strike="noStrike">
              <a:solidFill>
                <a:srgbClr val="000000"/>
              </a:solidFill>
              <a:latin typeface="Aptos"/>
            </a:endParaRPr>
          </a:p>
        </p:txBody>
      </p:sp>
      <p:sp>
        <p:nvSpPr>
          <p:cNvPr id="1086" name="PlaceHolder 2"/>
          <p:cNvSpPr>
            <a:spLocks noGrp="1"/>
          </p:cNvSpPr>
          <p:nvPr>
            <p:ph type="subTitle"/>
          </p:nvPr>
        </p:nvSpPr>
        <p:spPr>
          <a:xfrm>
            <a:off x="365400" y="3710880"/>
            <a:ext cx="3663000" cy="450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2026-08-15T05:32:04Z</dcterms:created>
  <dc:creator/>
  <dc:description/>
  <dc:language>en-IN</dc:language>
  <cp:lastModifiedBy/>
  <dcterms:modified xsi:type="dcterms:W3CDTF">2026-08-16T10:06:05Z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