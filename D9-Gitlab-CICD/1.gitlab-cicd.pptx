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2.xml.rels" ContentType="application/vnd.openxmlformats-package.relationships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7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2.xml" ContentType="application/vnd.openxmlformats-officedocument.them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slideLayouts/_rels/slideLayout81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41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C6BDDF-91F3-462E-B099-6DEEC71D1B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81D88A-4208-4FFC-87BA-366CF6ED9B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0FE39C-26F9-4714-B526-8D2D9F2BB6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E24CC5-0410-44B3-AD53-FE593FEA41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B3860D-A0CF-4D63-8B18-433BB43655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A21CC2-9B71-4CC0-8916-C57435BBB2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B1276-2EA0-47E6-A17F-29D5C31776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9440AC-E7B1-48C3-A67B-2F50FF4E58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A3D609-9B1C-4E22-A488-693653568C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1631BA-0024-4298-A7F1-C51604B5D6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B8C952-7716-42F9-8DE0-FC0C342554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1DE5EE-2183-4FEB-A873-19A712F657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B0AE6F-7261-499C-AA6F-BA34082E32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5DDFE7-048D-4C3E-807D-BC4F4CBC06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275873-9C22-4ADB-A3BA-88068FC3FD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0A7CAE-C933-42EF-861D-5D42E4477C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2488F4-A531-49DF-B5C6-FDC9CBCDEA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5CD154-A7AC-4607-90D1-970B8DDEB0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F2A5F8-8F09-4C2B-8396-5A0023319A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AD9DB9-6986-4B17-B8D6-0EE598C877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DA33BA-B7FC-4EDE-BBF9-A1169897A6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DD44A5-ED66-4B70-BC4D-F3FF43ED15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617E24-2F0A-4F18-AB52-E48B49F217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D25E95-E996-46F6-95F9-34C9E924B2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F3E3F9-52A2-488B-A059-219FB1BDA5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01C1F62-530F-46F9-91C8-FAB258612C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4E4E573-DD68-4E2D-92FF-3EF4526ABF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605867F-4599-46C3-A763-A8DDF0EFDD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552ED4B-127C-49A6-A7EA-10E03C716F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C143FDE-2016-4058-AFA5-776E72BB35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8C9A56-AFA7-4636-A6F9-55150099BF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C09FEF-31B6-411E-9023-475307F50B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929FB14-A898-4CD9-905C-5C5E1B513E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CF7B4E3-C475-407A-AF1D-C4C7A861B1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A19B9DF-5125-4BE1-AB95-A6EC0E56D1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5C260B8-DB53-44C6-92F5-7171D2B8BE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B65C157-71EE-4993-8BE8-48B5CC89ABAB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C5C9E38-DBC8-4BC6-B93D-DDB737492920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9B26C14-BFFD-4E90-B62F-E204709C0E45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888AF2A-D6B6-4CDE-8C0D-63CD9393ECCD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CD6EE72-2F17-430B-9B1B-933123956851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5E03E54-885A-4E42-B594-D044400BCB78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13158B0-0A9D-4025-9BEE-C9AB2FE75C40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7444438-2633-41FE-982F-6FAAB52A6FB6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0DAF32A-0634-42B0-9F06-9AE5F05D7571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540F7EB-D11E-4121-8479-9BF18F1DF226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9FC1011-787C-4683-83CF-A5087901F8A3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8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9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2A4637F-944E-47BC-8D04-DB6680074776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5B70B00-3678-4470-9FF4-58242C79B145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494FBB0-CBA4-41FF-9CD8-C0E5A8DCB78C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D3FFA59-B72C-4E61-A1CC-EACA6EB9881B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8C3DBF3-D530-43B6-886F-FEA4700F6FDD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88A9DCC-B790-42CC-8F26-B7902B6650C1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CFFC17A-6F15-4B4C-ACC2-5ED2896099FF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28E29DC-4DCD-43E8-B351-57836CF1AC2E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79011C-D612-4322-8692-6C2973977D45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4F76356-5F75-4DFC-8736-914FB04D8BFF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1330C10-FE2A-446A-B479-B4B612BB1A67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02AF0D5-4F0B-4603-82CF-131AB85C7657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0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1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57E01D0-EE18-483E-A092-8D0C7C5E3572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DB806B6-9701-4BF8-B223-77BC5BB5ED67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A6FEE1A-3BBD-4640-ADC0-A2E207A4859D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91DB041-968E-4A13-8657-C37E37F7EF99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9F6E8062-EAFB-4BD1-83A4-D9CC67063151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7982A630-E223-4941-AB0F-1CCE0D1F6B38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E87AD20-3BFB-4D4C-B919-55D174EFCE1F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5FB7BC8C-1FB3-4EFE-BE20-3F8F1FC2020C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007E74EC-8D86-4482-8158-E0632B988A82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29BD846-693F-4BF7-B5A7-9FFD1F0FC578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239F1E32-D750-4B99-BB0F-970AE79FA55E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6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B6720B8-DE99-4A42-BCAF-4479CD091782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2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3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544AE7D4-7A89-4EEA-B1C6-F374E60F6C54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11C1B3C-7D18-48DC-B06F-5B20C3487B9E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464EC7B-909B-44B3-A2F2-419F02F5AC63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6FD45AE-92DE-46E2-BA17-DF4B05AEBF69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F34B6DC-5255-488B-B875-2435C2E16325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B711CA9-28BC-496B-9F2C-F82E29DD5C70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30B9B67-A21E-42C2-868D-E36E5AF1ECF3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5E1EA21-F799-4260-A2DB-F47CE1CFF259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97CF984-EA5F-4ED8-8338-3E729D4BCDD0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69BA90F-F97A-4CCF-BE12-CAB70F24224A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A52ADB2-BBBA-4672-8E52-C9400B8FFF31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8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AC10DC3-2C5D-4FB3-9F82-5DE37FBC7D29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3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4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5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3BBB61C-3EDC-45CA-9654-D6D3C95EED4B}" type="slidenum">
              <a:t>&lt;#&gt;</a:t>
            </a:fld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B7CDD12-734E-43BD-A2B0-783C77B3D5F8}" type="slidenum">
              <a:t>&lt;#&gt;</a:t>
            </a:fld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01661BC-8CB8-4F0C-84A9-4CF0344A4C0A}" type="slidenum">
              <a:t>&lt;#&gt;</a:t>
            </a:fld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06000A3-7869-418E-A5D3-957089002CAC}" type="slidenum">
              <a:t>&lt;#&gt;</a:t>
            </a:fld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280E905-918B-4F43-A7C7-CAC9FF691C07}" type="slidenum">
              <a:t>&lt;#&gt;</a:t>
            </a:fld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B7F5104-D427-413B-AC63-467045240638}" type="slidenum">
              <a:t>&lt;#&gt;</a:t>
            </a:fld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DFC5463-7C13-465A-BF84-938321D69383}" type="slidenum">
              <a:t>&lt;#&gt;</a:t>
            </a:fld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9DEF19-B2C9-4FDF-B4F9-D0B5650A3ED4}" type="slidenum">
              <a:t>&lt;#&gt;</a:t>
            </a:fld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ADF770-5216-429A-BD02-E4EBE031D8A7}" type="slidenum">
              <a:t>&lt;#&gt;</a:t>
            </a:fld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9B65895-5C10-40A8-86B0-B87169298FBC}" type="slidenum">
              <a:t>&lt;#&gt;</a:t>
            </a:fld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357D840-243A-413B-874C-4513D817F002}" type="slidenum">
              <a:t>&lt;#&gt;</a:t>
            </a:fld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D9A75F0-3B4D-4184-B2F7-BB6FD201E53D}" type="slidenum">
              <a:t>&lt;#&gt;</a:t>
            </a:fld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5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6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7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71B81A4-4391-4478-ACEE-F5247B93CCA7}" type="slidenum">
              <a:t>&lt;#&gt;</a:t>
            </a:fld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2A106B77-CCB6-409B-B37E-027896DC7625}" type="slidenum">
              <a:t>&lt;#&gt;</a:t>
            </a:fld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1B3C8533-6A07-4DF3-A02D-EE3531DA900F}" type="slidenum">
              <a:t>&lt;#&gt;</a:t>
            </a:fld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04F2A5E6-F730-4681-9087-5C92A0FDD5A5}" type="slidenum">
              <a:t>&lt;#&gt;</a:t>
            </a:fld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0FE19E00-00F8-4B3A-83B6-FD6770356314}" type="slidenum">
              <a:t>&lt;#&gt;</a:t>
            </a:fld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295FAC1C-6F9F-4AD4-8310-D6847943AD6F}" type="slidenum">
              <a:t>&lt;#&gt;</a:t>
            </a:fld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1AE065F-9453-4D7F-B50B-7B63E172540E}" type="slidenum">
              <a:t>&lt;#&gt;</a:t>
            </a:fld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B245660-8432-45F2-8D40-A69A109E8069}" type="slidenum">
              <a:t>&lt;#&gt;</a:t>
            </a:fld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03EAF6BD-CADD-4D29-8D55-01F7F7A0B2C6}" type="slidenum">
              <a:t>&lt;#&gt;</a:t>
            </a:fld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6DE9D328-2DEB-4341-8168-7A6E79C1E7BE}" type="slidenum">
              <a:t>&lt;#&gt;</a:t>
            </a:fld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E4E574B8-6A6A-4CA7-B89A-77A00A6378CD}" type="slidenum">
              <a:t>&lt;#&gt;</a:t>
            </a:fld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2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FE3FFD52-CF41-4791-959B-393974FF699E}" type="slidenum">
              <a:t>&lt;#&gt;</a:t>
            </a:fld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7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8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9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CDB41836-16CF-4A09-A4C1-87816077AE3F}" type="slidenum">
              <a:t>&lt;#&gt;</a:t>
            </a:fld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665D785-FBD1-4618-B2DB-1216FEA8F065}" type="slidenum">
              <a:t>&lt;#&gt;</a:t>
            </a:fld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59810A7-2E80-43F9-9250-F124F50EE7E6}" type="slidenum">
              <a:t>&lt;#&gt;</a:t>
            </a:fld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C1FF2FC-8D5E-431A-AF96-1CBC0137DB17}" type="slidenum">
              <a:t>&lt;#&gt;</a:t>
            </a:fld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357020E-F5BA-471A-BB14-2C8486219015}" type="slidenum">
              <a:t>&lt;#&gt;</a:t>
            </a:fld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879D787-CEDA-448D-A8C0-25A2F17DC44E}" type="slidenum">
              <a:t>&lt;#&gt;</a:t>
            </a:fld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E03AFEF-2F17-426C-80CE-7B6851BBBD24}" type="slidenum">
              <a:t>&lt;#&gt;</a:t>
            </a:fld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051E364-CF4F-4E0D-8D1A-6C91CE89D6B8}" type="slidenum">
              <a:t>&lt;#&gt;</a:t>
            </a:fld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4AE57E4-A49B-435D-B937-31B930EE4BF0}" type="slidenum">
              <a:t>&lt;#&gt;</a:t>
            </a:fld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6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6C21809-AD73-458A-B4E7-3BCA485B3289}" type="slidenum">
              <a:t>&lt;#&gt;</a:t>
            </a:fld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DA298E3-95BC-4248-A22E-DB7739519337}" type="slidenum">
              <a:t>&lt;#&gt;</a:t>
            </a:fld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3D4C142-EC27-42C0-A8B8-0E0E0C783D46}" type="slidenum">
              <a:t>&lt;#&gt;</a:t>
            </a:fld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0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1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FA9D3DF-BCED-4D47-AFDF-F0156519C6A3}" type="slidenum">
              <a:t>&lt;#&gt;</a:t>
            </a:fld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866AC9A-700C-43A0-A4C5-26A8C5EE956A}" type="slidenum">
              <a:t>&lt;#&gt;</a:t>
            </a:fld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3235066-52A0-466C-9B73-2204A0E84E0B}" type="slidenum">
              <a:t>&lt;#&gt;</a:t>
            </a:fld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3A28FB3-EF46-4CDF-AEDE-FCA3585D7E5A}" type="slidenum">
              <a:t>&lt;#&gt;</a:t>
            </a:fld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76554E3-0831-4475-BEB1-5CB6E6864292}" type="slidenum">
              <a:t>&lt;#&gt;</a:t>
            </a:fld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BAB6D99-4AB1-4A69-958C-34E2F8FFE08D}" type="slidenum">
              <a:t>&lt;#&gt;</a:t>
            </a:fld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506D539-9803-4861-9C93-04A5061F675C}" type="slidenum">
              <a:t>&lt;#&gt;</a:t>
            </a:fld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0E799DB-D07A-4928-94DA-85B3603FB612}" type="slidenum">
              <a:t>&lt;#&gt;</a:t>
            </a:fld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4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D215E43-6660-403C-8E6F-1EEBA38384D7}" type="slidenum">
              <a:t>&lt;#&gt;</a:t>
            </a:fld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8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1C44965-230D-4CBE-9C66-9078A849F8C7}" type="slidenum">
              <a:t>&lt;#&gt;</a:t>
            </a:fld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E38D878-1957-4766-9C87-1D346A9360CD}" type="slidenum">
              <a:t>&lt;#&gt;</a:t>
            </a:fld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5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6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6A8A23E-51B9-4FC3-B8EC-FAC6ED62823F}" type="slidenum">
              <a:t>&lt;#&gt;</a:t>
            </a:fld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2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3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FFCD90D-AA95-4D32-AC9B-0130263DBA3E}" type="slidenum">
              <a:t>&lt;#&gt;</a:t>
            </a:fld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35FA36AA-920E-4814-B97E-A4178F4F7A89}" type="slidenum">
              <a:t>&lt;#&gt;</a:t>
            </a:fld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222CBD6-AAAE-414D-B726-4D2E2D79D4D6}" type="slidenum">
              <a:t>&lt;#&gt;</a:t>
            </a:fld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F06644E-D352-4443-B030-7C39624D9682}" type="slidenum">
              <a:t>&lt;#&gt;</a:t>
            </a:fld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48FACE72-CE31-4A94-86CD-084DE2D5ACA3}" type="slidenum">
              <a:t>&lt;#&gt;</a:t>
            </a:fld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139B2C9-3FA0-4A80-9FFE-6E3345A1F0E5}" type="slidenum">
              <a:t>&lt;#&gt;</a:t>
            </a:fld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4A765BB5-AF60-4E64-95E7-6E972307A601}" type="slidenum">
              <a:t>&lt;#&gt;</a:t>
            </a:fld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C829A15-9B38-4DB2-9F56-BA49F0DB9245}" type="slidenum">
              <a:t>&lt;#&gt;</a:t>
            </a:fld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6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DACAB24-94C8-42AF-A5DA-B2B612C47324}" type="slidenum">
              <a:t>&lt;#&gt;</a:t>
            </a:fld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0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C6EA3D0-6ABE-40C5-8797-E004573D8E3D}" type="slidenum">
              <a:t>&lt;#&gt;</a:t>
            </a:fld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DCD711E-834D-4F46-82FE-4AFF53D3FCD4}" type="slidenum">
              <a:t>&lt;#&gt;</a:t>
            </a:fld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8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3233CEA-1601-429F-A581-75B1DE1552EA}" type="slidenum">
              <a:t>&lt;#&gt;</a:t>
            </a:fld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3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4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5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A9A7D769-A472-4AD5-AA05-CAFDA61963BC}" type="slidenum">
              <a:t>&lt;#&gt;</a:t>
            </a:fld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B11D05F-06A0-4F62-B562-D4367D934895}" type="slidenum">
              <a:t>&lt;#&gt;</a:t>
            </a:fld>
          </a:p>
        </p:txBody>
      </p:sp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8F2AD6A-154D-42FD-BFC9-623349070F2D}" type="slidenum">
              <a:t>&lt;#&gt;</a:t>
            </a:fld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1101EA7-D178-4D34-9ECB-C40A8F67C318}" type="slidenum">
              <a:t>&lt;#&gt;</a:t>
            </a:fld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3E90400-C4DE-4978-BC87-3E826E50C140}" type="slidenum">
              <a:t>&lt;#&gt;</a:t>
            </a:fld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396492C-4D36-4C3A-941C-07E566893AF4}" type="slidenum">
              <a:t>&lt;#&gt;</a:t>
            </a:fld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BE4EBBD-12AC-4101-8DFF-1C9C03844B47}" type="slidenum">
              <a:t>&lt;#&gt;</a:t>
            </a:fld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E393EF3-E17A-4FD0-AF9D-BD8C9FFD40DD}" type="slidenum">
              <a:t>&lt;#&gt;</a:t>
            </a:fld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8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2406C43-5095-4B82-8593-7E34DB0F0D1C}" type="slidenum">
              <a:t>&lt;#&gt;</a:t>
            </a:fld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2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5819901-7B6B-4173-B772-C96E65C862EF}" type="slidenum">
              <a:t>&lt;#&gt;</a:t>
            </a:fld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0CB59E4-5C14-402E-B76D-14198873CB55}" type="slidenum">
              <a:t>&lt;#&gt;</a:t>
            </a:fld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9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0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FAC7345-29BC-419D-9813-78814BF89273}" type="slidenum">
              <a:t>&lt;#&gt;</a:t>
            </a:fld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4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5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6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7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16B7723-81D0-4EFA-99C4-0F204D2EC147}" type="slidenum">
              <a:t>&lt;#&gt;</a:t>
            </a:fld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1BEDA29-1C3F-4988-8F47-CAEDE18981A2}" type="slidenum">
              <a:t>&lt;#&gt;</a:t>
            </a:fld>
          </a:p>
        </p:txBody>
      </p:sp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8C8BE88-E949-414E-A8C1-EF3372413B2E}" type="slidenum">
              <a:t>&lt;#&gt;</a:t>
            </a:fld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48B3FAA-083A-4625-A705-A407060D7219}" type="slidenum">
              <a:t>&lt;#&gt;</a:t>
            </a:fld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3B7A62C-765E-417A-BED7-57856A4FA84B}" type="slidenum">
              <a:t>&lt;#&gt;</a:t>
            </a:fld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CC62A67-6D46-4A92-B92F-222F724D6078}" type="slidenum">
              <a:t>&lt;#&gt;</a:t>
            </a:fld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7929872-78C4-4886-A147-3ADA0F2FFA53}" type="slidenum">
              <a:t>&lt;#&gt;</a:t>
            </a:fld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6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FA2FBD1-D119-4DD1-ABFC-DA73AC154A97}" type="slidenum">
              <a:t>&lt;#&gt;</a:t>
            </a:fld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0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A73B85C-9844-4538-9173-C4E9C6F052C3}" type="slidenum">
              <a:t>&lt;#&gt;</a:t>
            </a:fld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4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BB4E881-152B-4E10-9CF1-0B09A6138BF5}" type="slidenum">
              <a:t>&lt;#&gt;</a:t>
            </a:fld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0C96C1B-AF12-4001-8D58-23B33AFDE906}" type="slidenum">
              <a:t>&lt;#&gt;</a:t>
            </a:fld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1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2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5E43CDB-778C-45A5-9DE0-04F4DC19B581}" type="slidenum">
              <a:t>&lt;#&gt;</a:t>
            </a:fld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6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7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8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9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1AEF4FA-1D78-4587-A30E-89AEEFEE8943}" type="slidenum">
              <a:t>&lt;#&gt;</a:t>
            </a:fld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82219AA8-5CA1-4E1A-985A-0E39AF781AAD}" type="slidenum">
              <a:t>&lt;#&gt;</a:t>
            </a:fld>
          </a:p>
        </p:txBody>
      </p:sp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7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D068DB96-A641-4CAD-B079-EE7724A6987D}" type="slidenum">
              <a:t>&lt;#&gt;</a:t>
            </a:fld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6074B5F8-85F8-48CC-8331-A71360128CB0}" type="slidenum">
              <a:t>&lt;#&gt;</a:t>
            </a:fld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E7644C0-53CB-46AF-8E6A-1FE13DD5D800}" type="slidenum">
              <a:t>&lt;#&gt;</a:t>
            </a:fld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D1EDBB8D-DEBB-4C66-BF90-25C5DCA630FC}" type="slidenum">
              <a:t>&lt;#&gt;</a:t>
            </a:fld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3C7A37C9-8D54-4599-B51A-F0709D452BA8}" type="slidenum">
              <a:t>&lt;#&gt;</a:t>
            </a:fld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8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E1C405C-70DA-4A00-80E8-FF3E9F1BEA70}" type="slidenum">
              <a:t>&lt;#&gt;</a:t>
            </a:fld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2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1A45E8AC-ADC5-485C-B5B0-856D43451D87}" type="slidenum">
              <a:t>&lt;#&gt;</a:t>
            </a:fld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6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E99B021A-0C7E-4F22-AAF6-AA066F3528BA}" type="slidenum">
              <a:t>&lt;#&gt;</a:t>
            </a:fld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5A1D4749-A8BE-4652-8A54-21513DB70CD6}" type="slidenum">
              <a:t>&lt;#&gt;</a:t>
            </a:fld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3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4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E073E46B-CA48-4383-A6B0-0BAA3E2E1197}" type="slidenum">
              <a:t>&lt;#&gt;</a:t>
            </a:fld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8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9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0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1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D5B925E-F1AA-4A42-992B-6D415EF5515D}" type="slidenum">
              <a:t>&lt;#&gt;</a:t>
            </a:fld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B7FB8D5-ABAF-4D57-8327-77E43DE05010}" type="slidenum">
              <a:t>&lt;#&gt;</a:t>
            </a:fld>
          </a:p>
        </p:txBody>
      </p:sp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9" name="PlaceHolder 2"/>
          <p:cNvSpPr>
            <a:spLocks noGrp="1"/>
          </p:cNvSpPr>
          <p:nvPr>
            <p:ph type="subTitle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C2112D2-33BF-456A-A362-697ACDDCD1DF}" type="slidenum">
              <a:t>&lt;#&gt;</a:t>
            </a:fld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EDAB5EE-9AC3-41E0-A076-13741A0DA936}" type="slidenum">
              <a:t>&lt;#&gt;</a:t>
            </a:fld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309B04B-21D6-4D82-9DD6-AD7A4359EBF4}" type="slidenum">
              <a:t>&lt;#&gt;</a:t>
            </a:fld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17C320C-A0A3-4F0B-9326-7C958A694A80}" type="slidenum">
              <a:t>&lt;#&gt;</a:t>
            </a:fld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ubTitle"/>
          </p:nvPr>
        </p:nvSpPr>
        <p:spPr>
          <a:xfrm>
            <a:off x="365760" y="365760"/>
            <a:ext cx="11460240" cy="32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775E4DC-C124-44E0-BC04-B78F753AB290}" type="slidenum">
              <a:t>&lt;#&gt;</a:t>
            </a:fld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0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CE64F33-CC33-44B6-ADD3-3CF015D78FBD}" type="slidenum">
              <a:t>&lt;#&gt;</a:t>
            </a:fld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2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4" name="PlaceHolder 4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85BCA67-3D12-437B-B4CE-4374B0BE407E}" type="slidenum">
              <a:t>&lt;#&gt;</a:t>
            </a:fld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6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8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12F1245-CF14-4AB7-8B14-341C542D2C9F}" type="slidenum">
              <a:t>&lt;#&gt;</a:t>
            </a:fld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/>
          </p:nvPr>
        </p:nvSpPr>
        <p:spPr>
          <a:xfrm>
            <a:off x="365760" y="3773880"/>
            <a:ext cx="56080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63F5381-2077-413B-80BB-77218AE3794B}" type="slidenum">
              <a:t>&lt;#&gt;</a:t>
            </a:fld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/>
          </p:nvPr>
        </p:nvSpPr>
        <p:spPr>
          <a:xfrm>
            <a:off x="3239640" y="134604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5" name="PlaceHolder 4"/>
          <p:cNvSpPr>
            <a:spLocks noGrp="1"/>
          </p:cNvSpPr>
          <p:nvPr>
            <p:ph/>
          </p:nvPr>
        </p:nvSpPr>
        <p:spPr>
          <a:xfrm>
            <a:off x="36576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6" name="PlaceHolder 5"/>
          <p:cNvSpPr>
            <a:spLocks noGrp="1"/>
          </p:cNvSpPr>
          <p:nvPr>
            <p:ph/>
          </p:nvPr>
        </p:nvSpPr>
        <p:spPr>
          <a:xfrm>
            <a:off x="3239640" y="3773880"/>
            <a:ext cx="273672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0DD59E5-84F7-4D2F-981F-A9F2EC5BB161}" type="slidenum">
              <a:t>&lt;#&gt;</a:t>
            </a:fld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/>
          </p:nvPr>
        </p:nvSpPr>
        <p:spPr>
          <a:xfrm>
            <a:off x="36576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/>
          </p:nvPr>
        </p:nvSpPr>
        <p:spPr>
          <a:xfrm>
            <a:off x="226188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0" name="PlaceHolder 4"/>
          <p:cNvSpPr>
            <a:spLocks noGrp="1"/>
          </p:cNvSpPr>
          <p:nvPr>
            <p:ph/>
          </p:nvPr>
        </p:nvSpPr>
        <p:spPr>
          <a:xfrm>
            <a:off x="4158000" y="134604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1" name="PlaceHolder 5"/>
          <p:cNvSpPr>
            <a:spLocks noGrp="1"/>
          </p:cNvSpPr>
          <p:nvPr>
            <p:ph/>
          </p:nvPr>
        </p:nvSpPr>
        <p:spPr>
          <a:xfrm>
            <a:off x="36576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2" name="PlaceHolder 6"/>
          <p:cNvSpPr>
            <a:spLocks noGrp="1"/>
          </p:cNvSpPr>
          <p:nvPr>
            <p:ph/>
          </p:nvPr>
        </p:nvSpPr>
        <p:spPr>
          <a:xfrm>
            <a:off x="226188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3" name="PlaceHolder 7"/>
          <p:cNvSpPr>
            <a:spLocks noGrp="1"/>
          </p:cNvSpPr>
          <p:nvPr>
            <p:ph/>
          </p:nvPr>
        </p:nvSpPr>
        <p:spPr>
          <a:xfrm>
            <a:off x="4158000" y="3773880"/>
            <a:ext cx="180540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57D1517-2C30-41CA-9109-CFE26271314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66.xml"/><Relationship Id="rId13" Type="http://schemas.openxmlformats.org/officeDocument/2006/relationships/slideLayout" Target="../slideLayouts/slideLayout167.xml"/><Relationship Id="rId14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3.xml"/><Relationship Id="rId8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97.xml"/><Relationship Id="rId8" Type="http://schemas.openxmlformats.org/officeDocument/2006/relationships/slideLayout" Target="../slideLayouts/slideLayout198.xml"/><Relationship Id="rId9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2.xml"/><Relationship Id="rId13" Type="http://schemas.openxmlformats.org/officeDocument/2006/relationships/slideLayout" Target="../slideLayouts/slideLayout203.xml"/><Relationship Id="rId14" Type="http://schemas.openxmlformats.org/officeDocument/2006/relationships/slideLayout" Target="../slideLayouts/slideLayout20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0" y="6719400"/>
            <a:ext cx="12191760" cy="1382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741960" y="297720"/>
            <a:ext cx="6539040" cy="10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3200" spc="-1" strike="noStrike">
                <a:latin typeface="Calibri"/>
              </a:rPr>
              <a:t>Click to </a:t>
            </a:r>
            <a:r>
              <a:rPr b="0" lang="en-IN" sz="3200" spc="-1" strike="noStrike">
                <a:latin typeface="Calibri"/>
              </a:rPr>
              <a:t>edit the </a:t>
            </a:r>
            <a:r>
              <a:rPr b="0" lang="en-IN" sz="3200" spc="-1" strike="noStrike">
                <a:latin typeface="Calibri"/>
              </a:rPr>
              <a:t>title text </a:t>
            </a:r>
            <a:r>
              <a:rPr b="0" lang="en-IN" sz="3200" spc="-1" strike="noStrike">
                <a:latin typeface="Calibri"/>
              </a:rPr>
              <a:t>format</a:t>
            </a:r>
            <a:endParaRPr b="0" lang="en-IN" sz="3200" spc="-1" strike="noStrike"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920160" y="1376280"/>
            <a:ext cx="7044480" cy="459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Click to edit the outline text format</a:t>
            </a:r>
            <a:endParaRPr b="0" lang="en-IN" sz="20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Calibri"/>
              </a:rPr>
              <a:t>Second Outline Level</a:t>
            </a:r>
            <a:endParaRPr b="0" lang="en-IN" sz="20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Third Outline Level</a:t>
            </a:r>
            <a:endParaRPr b="0" lang="en-IN" sz="20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Calibri"/>
              </a:rPr>
              <a:t>Fourth Outline Level</a:t>
            </a:r>
            <a:endParaRPr b="0" lang="en-IN" sz="20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Fifth Outline Level</a:t>
            </a:r>
            <a:endParaRPr b="0" lang="en-IN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Sixth Outline Level</a:t>
            </a:r>
            <a:endParaRPr b="0" lang="en-IN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Seventh Outline Level</a:t>
            </a:r>
            <a:endParaRPr b="0" lang="en-IN" sz="2000" spc="-1" strike="noStrike"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645BFA-CD87-4193-93E9-BA0720771A59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bg object 16" descr=""/>
          <p:cNvPicPr/>
          <p:nvPr/>
        </p:nvPicPr>
        <p:blipFill>
          <a:blip r:embed="rId2"/>
          <a:stretch/>
        </p:blipFill>
        <p:spPr>
          <a:xfrm>
            <a:off x="0" y="6719400"/>
            <a:ext cx="12191760" cy="13824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A487A2-149A-4DBA-93E4-DB0D10B4720B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1800" spc="-1" strike="noStrike">
                <a:latin typeface="Calibri"/>
              </a:rPr>
              <a:t>Click to edit the </a:t>
            </a:r>
            <a:r>
              <a:rPr b="0" lang="en-IN" sz="1800" spc="-1" strike="noStrike">
                <a:latin typeface="Calibri"/>
              </a:rPr>
              <a:t>title text format</a:t>
            </a:r>
            <a:endParaRPr b="0" lang="en-IN" sz="1800" spc="-1" strike="noStrike"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Click to edit the outline text format</a:t>
            </a:r>
            <a:endParaRPr b="0" lang="en-IN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Calibri"/>
              </a:rPr>
              <a:t>Second Outline Level</a:t>
            </a:r>
            <a:endParaRPr b="0" lang="en-IN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Third Outline Level</a:t>
            </a:r>
            <a:endParaRPr b="0" lang="en-IN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Calibri"/>
              </a:rPr>
              <a:t>Fourth Outline Level</a:t>
            </a:r>
            <a:endParaRPr b="0" lang="en-IN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Fifth Outline Level</a:t>
            </a:r>
            <a:endParaRPr b="0" lang="en-IN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Sixth Outline Level</a:t>
            </a:r>
            <a:endParaRPr b="0" lang="en-IN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Seventh Outline Level</a:t>
            </a:r>
            <a:endParaRPr b="0" lang="en-IN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bg object 16" descr=""/>
          <p:cNvPicPr/>
          <p:nvPr/>
        </p:nvPicPr>
        <p:blipFill>
          <a:blip r:embed="rId2"/>
          <a:stretch/>
        </p:blipFill>
        <p:spPr>
          <a:xfrm>
            <a:off x="0" y="6719400"/>
            <a:ext cx="12191760" cy="13824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41960" y="297720"/>
            <a:ext cx="6539040" cy="10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3200" spc="-1" strike="noStrike">
                <a:latin typeface="Calibri"/>
              </a:rPr>
              <a:t>Click to </a:t>
            </a:r>
            <a:r>
              <a:rPr b="0" lang="en-IN" sz="3200" spc="-1" strike="noStrike">
                <a:latin typeface="Calibri"/>
              </a:rPr>
              <a:t>edit the </a:t>
            </a:r>
            <a:r>
              <a:rPr b="0" lang="en-IN" sz="3200" spc="-1" strike="noStrike">
                <a:latin typeface="Calibri"/>
              </a:rPr>
              <a:t>title text </a:t>
            </a:r>
            <a:r>
              <a:rPr b="0" lang="en-IN" sz="3200" spc="-1" strike="noStrike">
                <a:latin typeface="Calibri"/>
              </a:rPr>
              <a:t>format</a:t>
            </a:r>
            <a:endParaRPr b="0" lang="en-IN" sz="3200" spc="-1" strike="noStrike"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78C8A9-D309-4E30-B290-AD4533BED287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Click to edit the outline text format</a:t>
            </a:r>
            <a:endParaRPr b="0" lang="en-IN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Calibri"/>
              </a:rPr>
              <a:t>Second Outline Level</a:t>
            </a:r>
            <a:endParaRPr b="0" lang="en-IN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Third Outline Level</a:t>
            </a:r>
            <a:endParaRPr b="0" lang="en-IN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Calibri"/>
              </a:rPr>
              <a:t>Fourth Outline Level</a:t>
            </a:r>
            <a:endParaRPr b="0" lang="en-IN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Fifth Outline Level</a:t>
            </a:r>
            <a:endParaRPr b="0" lang="en-IN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Sixth Outline Level</a:t>
            </a:r>
            <a:endParaRPr b="0" lang="en-IN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Seventh Outline Level</a:t>
            </a:r>
            <a:endParaRPr b="0" lang="en-IN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7"/>
          <p:cNvSpPr/>
          <p:nvPr/>
        </p:nvSpPr>
        <p:spPr>
          <a:xfrm>
            <a:off x="380880" y="6323760"/>
            <a:ext cx="3647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e2841"/>
                </a:solidFill>
                <a:latin typeface="Arial"/>
              </a:rPr>
              <a:t>© 2026 Persistent Systems  |  </a:t>
            </a:r>
            <a:r>
              <a:rPr b="0" lang="en-US" sz="1000" spc="-1" strike="noStrike">
                <a:solidFill>
                  <a:srgbClr val="0e2841"/>
                </a:solidFill>
                <a:latin typeface="Arial"/>
              </a:rPr>
              <a:t>Proprietary &amp; Confidential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65760" y="2038680"/>
            <a:ext cx="6630120" cy="159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Click </a:t>
            </a: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to edit </a:t>
            </a: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Master </a:t>
            </a: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title </a:t>
            </a: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style </a:t>
            </a: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two </a:t>
            </a: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lines</a:t>
            </a:r>
            <a:endParaRPr b="0" lang="en-US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dt" idx="10"/>
          </p:nvPr>
        </p:nvSpPr>
        <p:spPr>
          <a:xfrm>
            <a:off x="365760" y="4128120"/>
            <a:ext cx="3663000" cy="324720"/>
          </a:xfrm>
          <a:prstGeom prst="rect">
            <a:avLst/>
          </a:prstGeom>
          <a:noFill/>
          <a:ln w="0">
            <a:noFill/>
          </a:ln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600" spc="-1" strike="noStrike">
                <a:solidFill>
                  <a:srgbClr val="797c82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97c82"/>
                </a:solidFill>
                <a:latin typeface="Arial"/>
              </a:rPr>
              <a:t>&lt;date/time&gt;</a:t>
            </a:r>
            <a:endParaRPr b="0" lang="en-IN" sz="1600" spc="-1" strike="noStrike">
              <a:latin typeface="Times New Roman"/>
            </a:endParaRPr>
          </a:p>
        </p:txBody>
      </p:sp>
      <p:pic>
        <p:nvPicPr>
          <p:cNvPr id="129" name="Picture 1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365760" y="380880"/>
            <a:ext cx="2738880" cy="64044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2" descr=""/>
          <p:cNvPicPr/>
          <p:nvPr/>
        </p:nvPicPr>
        <p:blipFill>
          <a:blip r:embed="rId3"/>
          <a:srcRect l="0" t="3612" r="0" b="32455"/>
          <a:stretch/>
        </p:blipFill>
        <p:spPr>
          <a:xfrm>
            <a:off x="4182480" y="-17640"/>
            <a:ext cx="7628040" cy="6892560"/>
          </a:xfrm>
          <a:prstGeom prst="rect">
            <a:avLst/>
          </a:prstGeom>
          <a:ln w="0">
            <a:noFill/>
          </a:ln>
        </p:spPr>
      </p:pic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Master title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ldNum" idx="11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8A7E6B-716C-4F16-ABD6-E1F6181187BB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170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3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Master title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ldNum" idx="12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A5442B-E31F-431B-BCC4-18FA8140507E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212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5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Master title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ldNum" idx="13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63C353-DBA3-48BB-889D-8E6959130F5B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254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7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Master title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14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B32535-E7A9-4CD2-89FB-7D64E7744122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296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9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Master title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5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5195667-57BB-4765-B532-F8185F8B353C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338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1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Master title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sldNum" idx="16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963952-8739-4DEA-A75F-B37CD8B2BC77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380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3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Master title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sldNum" idx="17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9ED3D7-77ED-4C2A-A8F0-33B0E8FF5FAC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422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423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5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sldNum" idx="18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A04824-101A-48FB-8FB4-A99D5DE1D49A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464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465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6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7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sldNum" idx="19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EB88FD-8A6D-479C-81A5-83E118CF6E0F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506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8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9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sldNum" idx="20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9DCC75-E392-47D8-8C50-27C8E89A91C8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548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549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0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1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 type="sldNum" idx="21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1F9CA6-3273-42BF-9A9A-D3C1DFD45745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590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591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3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sldNum" idx="22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0308DD-92FE-4E39-BEDD-0382EDCF3217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632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633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4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5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24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3" name="PlaceHolder 2"/>
          <p:cNvSpPr>
            <a:spLocks noGrp="1"/>
          </p:cNvSpPr>
          <p:nvPr>
            <p:ph type="sldNum" idx="23"/>
          </p:nvPr>
        </p:nvSpPr>
        <p:spPr>
          <a:xfrm>
            <a:off x="38268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04D8DB-9563-4A12-81EA-1F382412AECF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674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64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675" name="PlaceHolder 3"/>
          <p:cNvSpPr>
            <a:spLocks noGrp="1"/>
          </p:cNvSpPr>
          <p:nvPr>
            <p:ph type="body"/>
          </p:nvPr>
        </p:nvSpPr>
        <p:spPr>
          <a:xfrm>
            <a:off x="3657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6" name="PlaceHolder 4"/>
          <p:cNvSpPr>
            <a:spLocks noGrp="1"/>
          </p:cNvSpPr>
          <p:nvPr>
            <p:ph type="body"/>
          </p:nvPr>
        </p:nvSpPr>
        <p:spPr>
          <a:xfrm>
            <a:off x="621792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7" name="Straight Connector 2"/>
          <p:cNvSpPr/>
          <p:nvPr/>
        </p:nvSpPr>
        <p:spPr>
          <a:xfrm>
            <a:off x="609588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6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7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5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6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hyperlink" Target="mailto:Deeksha.Tripathi@nashtechglobal.com" TargetMode="External"/><Relationship Id="rId4" Type="http://schemas.openxmlformats.org/officeDocument/2006/relationships/hyperlink" Target="mailto:Deeksha.Tripathi@nashtechglobal.com" TargetMode="External"/><Relationship Id="rId5" Type="http://schemas.openxmlformats.org/officeDocument/2006/relationships/slideLayout" Target="../slideLayouts/slideLayout19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1092600" y="1886400"/>
            <a:ext cx="3015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Gitlab</a:t>
            </a:r>
            <a:r>
              <a:rPr b="1" lang="en-US" sz="4000" spc="-5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US" sz="4000" spc="-21" strike="noStrike">
                <a:solidFill>
                  <a:srgbClr val="ffffff"/>
                </a:solidFill>
                <a:latin typeface="Arial"/>
              </a:rPr>
              <a:t>CI-</a:t>
            </a:r>
            <a:r>
              <a:rPr b="1" lang="en-US" sz="4000" spc="-26" strike="noStrike">
                <a:solidFill>
                  <a:srgbClr val="ffffff"/>
                </a:solidFill>
                <a:latin typeface="Arial"/>
              </a:rPr>
              <a:t>CD</a:t>
            </a:r>
            <a:endParaRPr b="0" lang="en-US" sz="4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object 2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716" name="object 3"/>
            <p:cNvSpPr/>
            <p:nvPr/>
          </p:nvSpPr>
          <p:spPr>
            <a:xfrm>
              <a:off x="0" y="0"/>
              <a:ext cx="4777560" cy="6719040"/>
            </a:xfrm>
            <a:custGeom>
              <a:avLst/>
              <a:gdLst/>
              <a:ahLst/>
              <a:rect l="l" t="t" r="r" b="b"/>
              <a:pathLst>
                <a:path w="4777740" h="6719570">
                  <a:moveTo>
                    <a:pt x="0" y="6719316"/>
                  </a:moveTo>
                  <a:lnTo>
                    <a:pt x="4777740" y="6719316"/>
                  </a:lnTo>
                  <a:lnTo>
                    <a:pt x="4777740" y="0"/>
                  </a:lnTo>
                  <a:lnTo>
                    <a:pt x="0" y="0"/>
                  </a:lnTo>
                  <a:lnTo>
                    <a:pt x="0" y="6719316"/>
                  </a:lnTo>
                  <a:close/>
                </a:path>
              </a:pathLst>
            </a:custGeom>
            <a:solidFill>
              <a:srgbClr val="f1f1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17" name="object 4" descr=""/>
            <p:cNvPicPr/>
            <p:nvPr/>
          </p:nvPicPr>
          <p:blipFill>
            <a:blip r:embed="rId1"/>
            <a:stretch/>
          </p:blipFill>
          <p:spPr>
            <a:xfrm>
              <a:off x="797040" y="1899000"/>
              <a:ext cx="3134520" cy="3060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18" name="object 5" descr=""/>
            <p:cNvPicPr/>
            <p:nvPr/>
          </p:nvPicPr>
          <p:blipFill>
            <a:blip r:embed="rId2"/>
            <a:stretch/>
          </p:blipFill>
          <p:spPr>
            <a:xfrm>
              <a:off x="0" y="6719400"/>
              <a:ext cx="12191760" cy="1382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19" name="object 6"/>
          <p:cNvSpPr/>
          <p:nvPr/>
        </p:nvSpPr>
        <p:spPr>
          <a:xfrm>
            <a:off x="5679360" y="889560"/>
            <a:ext cx="4176000" cy="48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98440" indent="-285840">
              <a:lnSpc>
                <a:spcPct val="100000"/>
              </a:lnSpc>
              <a:spcBef>
                <a:spcPts val="99"/>
              </a:spcBef>
              <a:buClr>
                <a:srgbClr val="28292b"/>
              </a:buClr>
              <a:buFont typeface="Wingdings" charset="2"/>
              <a:buChar char=""/>
              <a:tabLst>
                <a:tab algn="l" pos="298440"/>
              </a:tabLst>
            </a:pP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What</a:t>
            </a:r>
            <a:r>
              <a:rPr b="1" lang="en-IN" sz="2400" spc="-1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is</a:t>
            </a:r>
            <a:r>
              <a:rPr b="1" lang="en-IN" sz="2400" spc="-26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CI-</a:t>
            </a:r>
            <a:r>
              <a:rPr b="1" lang="en-IN" sz="2400" spc="-26" strike="noStrike">
                <a:solidFill>
                  <a:srgbClr val="28292b"/>
                </a:solidFill>
                <a:latin typeface="Arial"/>
              </a:rPr>
              <a:t>CD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None/>
              <a:tabLst>
                <a:tab algn="l" pos="298440"/>
              </a:tabLst>
            </a:pPr>
            <a:endParaRPr b="0" lang="en-IN" sz="2400" spc="-1" strike="noStrike">
              <a:latin typeface="Arial"/>
            </a:endParaRPr>
          </a:p>
          <a:p>
            <a:pPr marL="298440" indent="-285840">
              <a:lnSpc>
                <a:spcPct val="100000"/>
              </a:lnSpc>
              <a:buClr>
                <a:srgbClr val="28292b"/>
              </a:buClr>
              <a:buFont typeface="Wingdings" charset="2"/>
              <a:buChar char=""/>
              <a:tabLst>
                <a:tab algn="l" pos="298440"/>
              </a:tabLst>
            </a:pPr>
            <a:r>
              <a:rPr b="1" lang="en-IN" sz="2400" spc="-21" strike="noStrike">
                <a:solidFill>
                  <a:srgbClr val="28292b"/>
                </a:solidFill>
                <a:latin typeface="Arial"/>
              </a:rPr>
              <a:t>Tools</a:t>
            </a:r>
            <a:r>
              <a:rPr b="1" lang="en-IN" sz="2400" spc="-80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for</a:t>
            </a:r>
            <a:r>
              <a:rPr b="1" lang="en-IN" sz="2400" spc="-7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2" strike="noStrike">
                <a:solidFill>
                  <a:srgbClr val="28292b"/>
                </a:solidFill>
                <a:latin typeface="Arial"/>
              </a:rPr>
              <a:t>CI-</a:t>
            </a:r>
            <a:r>
              <a:rPr b="1" lang="en-IN" sz="2400" spc="-26" strike="noStrike">
                <a:solidFill>
                  <a:srgbClr val="28292b"/>
                </a:solidFill>
                <a:latin typeface="Arial"/>
              </a:rPr>
              <a:t>CD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"/>
              </a:spcBef>
              <a:buNone/>
              <a:tabLst>
                <a:tab algn="l" pos="298440"/>
              </a:tabLst>
            </a:pPr>
            <a:endParaRPr b="0" lang="en-IN" sz="2400" spc="-1" strike="noStrike">
              <a:latin typeface="Arial"/>
            </a:endParaRPr>
          </a:p>
          <a:p>
            <a:pPr marL="298440" indent="-285840">
              <a:lnSpc>
                <a:spcPct val="100000"/>
              </a:lnSpc>
              <a:buClr>
                <a:srgbClr val="28292b"/>
              </a:buClr>
              <a:buFont typeface="Wingdings" charset="2"/>
              <a:buChar char=""/>
              <a:tabLst>
                <a:tab algn="l" pos="298440"/>
              </a:tabLst>
            </a:pP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Why</a:t>
            </a:r>
            <a:r>
              <a:rPr b="1" lang="en-IN" sz="2400" spc="-3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GitLab</a:t>
            </a:r>
            <a:r>
              <a:rPr b="1" lang="en-IN" sz="2400" spc="-3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CI-</a:t>
            </a:r>
            <a:r>
              <a:rPr b="1" lang="en-IN" sz="2400" spc="-26" strike="noStrike">
                <a:solidFill>
                  <a:srgbClr val="28292b"/>
                </a:solidFill>
                <a:latin typeface="Arial"/>
              </a:rPr>
              <a:t>CD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"/>
              </a:spcBef>
              <a:buNone/>
              <a:tabLst>
                <a:tab algn="l" pos="298440"/>
              </a:tabLst>
            </a:pPr>
            <a:endParaRPr b="0" lang="en-IN" sz="2400" spc="-1" strike="noStrike">
              <a:latin typeface="Arial"/>
            </a:endParaRPr>
          </a:p>
          <a:p>
            <a:pPr marL="298440" indent="-285840">
              <a:lnSpc>
                <a:spcPct val="100000"/>
              </a:lnSpc>
              <a:buClr>
                <a:srgbClr val="28292b"/>
              </a:buClr>
              <a:buFont typeface="Wingdings" charset="2"/>
              <a:buChar char=""/>
              <a:tabLst>
                <a:tab algn="l" pos="298440"/>
              </a:tabLst>
            </a:pP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What</a:t>
            </a:r>
            <a:r>
              <a:rPr b="1" lang="en-IN" sz="2400" spc="4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is</a:t>
            </a:r>
            <a:r>
              <a:rPr b="1" lang="en-IN" sz="2400" spc="-7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GitLab</a:t>
            </a:r>
            <a:r>
              <a:rPr b="1" lang="en-IN" sz="2400" spc="-26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2" strike="noStrike">
                <a:solidFill>
                  <a:srgbClr val="28292b"/>
                </a:solidFill>
                <a:latin typeface="Arial"/>
              </a:rPr>
              <a:t>CI-</a:t>
            </a:r>
            <a:r>
              <a:rPr b="1" lang="en-IN" sz="2400" spc="-26" strike="noStrike">
                <a:solidFill>
                  <a:srgbClr val="28292b"/>
                </a:solidFill>
                <a:latin typeface="Arial"/>
              </a:rPr>
              <a:t>CD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"/>
              </a:spcBef>
              <a:buNone/>
              <a:tabLst>
                <a:tab algn="l" pos="298440"/>
              </a:tabLst>
            </a:pPr>
            <a:endParaRPr b="0" lang="en-IN" sz="2400" spc="-1" strike="noStrike">
              <a:latin typeface="Arial"/>
            </a:endParaRPr>
          </a:p>
          <a:p>
            <a:pPr marL="298440" indent="-285840">
              <a:lnSpc>
                <a:spcPct val="100000"/>
              </a:lnSpc>
              <a:buClr>
                <a:srgbClr val="28292b"/>
              </a:buClr>
              <a:buFont typeface="Wingdings" charset="2"/>
              <a:buChar char=""/>
              <a:tabLst>
                <a:tab algn="l" pos="298440"/>
              </a:tabLst>
            </a:pP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Gitlab</a:t>
            </a:r>
            <a:r>
              <a:rPr b="1" lang="en-IN" sz="2400" spc="-5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CI-CD</a:t>
            </a:r>
            <a:r>
              <a:rPr b="1" lang="en-IN" sz="2400" spc="-3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2" strike="noStrike">
                <a:solidFill>
                  <a:srgbClr val="28292b"/>
                </a:solidFill>
                <a:latin typeface="Arial"/>
              </a:rPr>
              <a:t>features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None/>
              <a:tabLst>
                <a:tab algn="l" pos="298440"/>
              </a:tabLst>
            </a:pPr>
            <a:endParaRPr b="0" lang="en-IN" sz="2400" spc="-1" strike="noStrike">
              <a:latin typeface="Arial"/>
            </a:endParaRPr>
          </a:p>
          <a:p>
            <a:pPr marL="298440" indent="-285840">
              <a:lnSpc>
                <a:spcPct val="100000"/>
              </a:lnSpc>
              <a:buClr>
                <a:srgbClr val="28292b"/>
              </a:buClr>
              <a:buFont typeface="Wingdings" charset="2"/>
              <a:buChar char=""/>
              <a:tabLst>
                <a:tab algn="l" pos="298440"/>
              </a:tabLst>
            </a:pP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Use</a:t>
            </a:r>
            <a:r>
              <a:rPr b="1" lang="en-IN" sz="2400" spc="-5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Case</a:t>
            </a:r>
            <a:r>
              <a:rPr b="1" lang="en-IN" sz="2400" spc="-5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&amp;</a:t>
            </a:r>
            <a:r>
              <a:rPr b="1" lang="en-IN" sz="2400" spc="-5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" strike="noStrike">
                <a:solidFill>
                  <a:srgbClr val="28292b"/>
                </a:solidFill>
                <a:latin typeface="Arial"/>
              </a:rPr>
              <a:t>Best</a:t>
            </a:r>
            <a:r>
              <a:rPr b="1" lang="en-IN" sz="2400" spc="-46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400" spc="-12" strike="noStrike">
                <a:solidFill>
                  <a:srgbClr val="28292b"/>
                </a:solidFill>
                <a:latin typeface="Arial"/>
              </a:rPr>
              <a:t>Practices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"/>
              </a:spcBef>
              <a:buNone/>
              <a:tabLst>
                <a:tab algn="l" pos="298440"/>
              </a:tabLst>
            </a:pPr>
            <a:endParaRPr b="0" lang="en-IN" sz="2400" spc="-1" strike="noStrike">
              <a:latin typeface="Arial"/>
            </a:endParaRPr>
          </a:p>
          <a:p>
            <a:pPr marL="298440" indent="-285840">
              <a:lnSpc>
                <a:spcPct val="100000"/>
              </a:lnSpc>
              <a:buClr>
                <a:srgbClr val="28292b"/>
              </a:buClr>
              <a:buFont typeface="Wingdings" charset="2"/>
              <a:buChar char=""/>
              <a:tabLst>
                <a:tab algn="l" pos="298440"/>
              </a:tabLst>
            </a:pPr>
            <a:r>
              <a:rPr b="1" lang="en-IN" sz="2400" spc="-21" strike="noStrike">
                <a:solidFill>
                  <a:srgbClr val="28292b"/>
                </a:solidFill>
                <a:latin typeface="Arial"/>
              </a:rPr>
              <a:t>Demo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741960" y="297720"/>
            <a:ext cx="653904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1807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What</a:t>
            </a:r>
            <a:r>
              <a:rPr b="1" lang="en-US" sz="3200" spc="-32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is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CI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-</a:t>
            </a:r>
            <a:r>
              <a:rPr b="1" lang="en-US" sz="3200" spc="-26" strike="noStrike">
                <a:solidFill>
                  <a:srgbClr val="d5001c"/>
                </a:solidFill>
                <a:latin typeface="Arial"/>
              </a:rPr>
              <a:t>CD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1" name="object 3"/>
          <p:cNvSpPr/>
          <p:nvPr/>
        </p:nvSpPr>
        <p:spPr>
          <a:xfrm>
            <a:off x="747000" y="1370520"/>
            <a:ext cx="9778680" cy="36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84680" indent="-172800">
              <a:lnSpc>
                <a:spcPct val="100000"/>
              </a:lnSpc>
              <a:spcBef>
                <a:spcPts val="105"/>
              </a:spcBef>
              <a:buClr>
                <a:srgbClr val="28292b"/>
              </a:buClr>
              <a:buFont typeface="Wingdings" charset="2"/>
              <a:buChar char=""/>
              <a:tabLst>
                <a:tab algn="l" pos="184680"/>
                <a:tab algn="l" pos="254160"/>
                <a:tab algn="l" pos="671256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Arial"/>
              </a:rPr>
              <a:t>	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Continuous</a:t>
            </a:r>
            <a:r>
              <a:rPr b="1" lang="en-IN" sz="2000" spc="-26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Integration</a:t>
            </a:r>
            <a:r>
              <a:rPr b="1" lang="en-IN" sz="2000" spc="-60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(CI)</a:t>
            </a:r>
            <a:r>
              <a:rPr b="1" lang="en-IN" sz="2000" spc="-41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: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Continuous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Integration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is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	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the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consistent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and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automated</a:t>
            </a:r>
            <a:r>
              <a:rPr b="0" lang="en-IN" sz="2000" spc="-60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practice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of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compiling,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testing,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and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merging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code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changes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into</a:t>
            </a:r>
            <a:r>
              <a:rPr b="0" lang="en-IN" sz="2000" spc="-2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shared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code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repository.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184680"/>
                <a:tab algn="l" pos="254160"/>
                <a:tab algn="l" pos="6712560"/>
              </a:tabLst>
            </a:pPr>
            <a:endParaRPr b="0" lang="en-IN" sz="2000" spc="-1" strike="noStrike">
              <a:latin typeface="Arial"/>
            </a:endParaRPr>
          </a:p>
          <a:p>
            <a:pPr marL="184680" indent="-17280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184680"/>
                <a:tab algn="l" pos="254160"/>
                <a:tab algn="l" pos="383544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Arial"/>
              </a:rPr>
              <a:t>	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Continuous</a:t>
            </a:r>
            <a:r>
              <a:rPr b="1" lang="en-IN" sz="2000" spc="-3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Delivery</a:t>
            </a:r>
            <a:r>
              <a:rPr b="1" lang="en-IN" sz="2000" spc="-21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(CD)</a:t>
            </a:r>
            <a:r>
              <a:rPr b="1" lang="en-IN" sz="2000" spc="-5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: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It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	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is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the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automated</a:t>
            </a:r>
            <a:r>
              <a:rPr b="0" lang="en-IN" sz="2000" spc="-6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procedure</a:t>
            </a:r>
            <a:r>
              <a:rPr b="0" lang="en-IN" sz="2000" spc="-6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of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deploying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software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updates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to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either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staging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or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production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environment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after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they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have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been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effectively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built</a:t>
            </a:r>
            <a:r>
              <a:rPr b="0" lang="en-IN" sz="2000" spc="-1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and</a:t>
            </a:r>
            <a:r>
              <a:rPr b="0" lang="en-IN" sz="2000" spc="-2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tested.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184680"/>
                <a:tab algn="l" pos="254160"/>
                <a:tab algn="l" pos="3835440"/>
              </a:tabLst>
            </a:pPr>
            <a:endParaRPr b="0" lang="en-IN" sz="2000" spc="-1" strike="noStrike">
              <a:latin typeface="Arial"/>
            </a:endParaRPr>
          </a:p>
          <a:p>
            <a:pPr marL="184680" indent="-172800">
              <a:lnSpc>
                <a:spcPct val="100000"/>
              </a:lnSpc>
              <a:spcBef>
                <a:spcPts val="6"/>
              </a:spcBef>
              <a:buClr>
                <a:srgbClr val="28292b"/>
              </a:buClr>
              <a:buFont typeface="Wingdings" charset="2"/>
              <a:buChar char=""/>
              <a:tabLst>
                <a:tab algn="l" pos="184680"/>
                <a:tab algn="l" pos="25416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Arial"/>
              </a:rPr>
              <a:t>	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Continuous</a:t>
            </a:r>
            <a:r>
              <a:rPr b="1" lang="en-IN" sz="2000" spc="-41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Deployment</a:t>
            </a:r>
            <a:r>
              <a:rPr b="1" lang="en-IN" sz="2000" spc="-21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(CD)</a:t>
            </a:r>
            <a:r>
              <a:rPr b="1" lang="en-IN" sz="2000" spc="-5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:</a:t>
            </a:r>
            <a:r>
              <a:rPr b="1" lang="en-IN" sz="2000" spc="-1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Continuous</a:t>
            </a:r>
            <a:r>
              <a:rPr b="0" lang="en-IN" sz="2000" spc="-60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Deployment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resembles</a:t>
            </a:r>
            <a:r>
              <a:rPr b="0" lang="en-IN" sz="2000" spc="-7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Continuous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Delivery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but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uniquely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involves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the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automatic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release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of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changes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to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the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production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environment</a:t>
            </a:r>
            <a:r>
              <a:rPr b="0" lang="en-IN" sz="2000" spc="-60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as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soon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as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they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are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deemed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ready,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without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</a:t>
            </a:r>
            <a:r>
              <a:rPr b="0" lang="en-IN" sz="2000" spc="-1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intermediary</a:t>
            </a:r>
            <a:r>
              <a:rPr b="0" lang="en-IN" sz="2000" spc="-60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staging phase.</a:t>
            </a:r>
            <a:endParaRPr b="0" lang="en-IN" sz="2000" spc="-1" strike="noStrike">
              <a:latin typeface="Arial"/>
            </a:endParaRPr>
          </a:p>
        </p:txBody>
      </p:sp>
      <p:pic>
        <p:nvPicPr>
          <p:cNvPr id="722" name="object 4" descr=""/>
          <p:cNvPicPr/>
          <p:nvPr/>
        </p:nvPicPr>
        <p:blipFill>
          <a:blip r:embed="rId1"/>
          <a:stretch/>
        </p:blipFill>
        <p:spPr>
          <a:xfrm>
            <a:off x="7912080" y="4845960"/>
            <a:ext cx="3379320" cy="163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title"/>
          </p:nvPr>
        </p:nvSpPr>
        <p:spPr>
          <a:xfrm>
            <a:off x="741960" y="297720"/>
            <a:ext cx="6539040" cy="1238400"/>
          </a:xfrm>
          <a:prstGeom prst="rect">
            <a:avLst/>
          </a:prstGeom>
          <a:noFill/>
          <a:ln w="0">
            <a:noFill/>
          </a:ln>
        </p:spPr>
        <p:txBody>
          <a:bodyPr lIns="0" rIns="0" tIns="93240" bIns="0" anchor="t">
            <a:noAutofit/>
          </a:bodyPr>
          <a:p>
            <a:pPr marL="1872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3200" spc="-21" strike="noStrike">
                <a:solidFill>
                  <a:srgbClr val="d5001c"/>
                </a:solidFill>
                <a:latin typeface="Arial"/>
              </a:rPr>
              <a:t>Tools</a:t>
            </a:r>
            <a:r>
              <a:rPr b="1" lang="en-US" sz="3200" spc="-106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for</a:t>
            </a:r>
            <a:r>
              <a:rPr b="1" lang="en-US" sz="3200" spc="-86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CI-</a:t>
            </a:r>
            <a:r>
              <a:rPr b="1" lang="en-US" sz="3200" spc="-26" strike="noStrike">
                <a:solidFill>
                  <a:srgbClr val="d5001c"/>
                </a:solidFill>
                <a:latin typeface="Arial"/>
              </a:rPr>
              <a:t>CD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724" name="object 3" descr=""/>
          <p:cNvPicPr/>
          <p:nvPr/>
        </p:nvPicPr>
        <p:blipFill>
          <a:blip r:embed="rId1"/>
          <a:stretch/>
        </p:blipFill>
        <p:spPr>
          <a:xfrm>
            <a:off x="1231920" y="1318680"/>
            <a:ext cx="9737640" cy="464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5" name="Table 2"/>
          <p:cNvGraphicFramePr/>
          <p:nvPr/>
        </p:nvGraphicFramePr>
        <p:xfrm>
          <a:off x="685800" y="762120"/>
          <a:ext cx="11048760" cy="5714640"/>
        </p:xfrm>
        <a:graphic>
          <a:graphicData uri="http://schemas.openxmlformats.org/drawingml/2006/table">
            <a:tbl>
              <a:tblPr/>
              <a:tblGrid>
                <a:gridCol w="1841400"/>
                <a:gridCol w="1841400"/>
                <a:gridCol w="1841400"/>
                <a:gridCol w="1841400"/>
                <a:gridCol w="1841400"/>
                <a:gridCol w="1841760"/>
              </a:tblGrid>
              <a:tr h="555480"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Feature / Tool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Jenkins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GitLab CI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CircleCI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Bamboo</a:t>
                      </a:r>
                      <a:r>
                        <a:rPr b="0" lang="en-US" sz="1600" spc="-1" strike="noStrike">
                          <a:latin typeface="Calibri"/>
                        </a:rPr>
                        <a:t> (Atlassian)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TeamCity</a:t>
                      </a:r>
                      <a:r>
                        <a:rPr b="0" lang="en-US" sz="1600" spc="-1" strike="noStrike">
                          <a:latin typeface="Calibri"/>
                        </a:rPr>
                        <a:t> (JetBrains)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93440"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Type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Open Source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Open Source + SaaS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SaaS + Self-hosted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Commercial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Commercial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31760"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Ease of Setup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Complex (manual plugin setup)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Easy (integrated into GitLab)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Very Easy (SaaS)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Medium (on-premises)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Medium (on-premises)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31760"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UI/UX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Basic (improved with Blue Ocean)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Modern, integrated UI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Modern, clean UI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Good UI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Excellent UI with JetBrains quality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31760"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Pipeline as Code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Yes (Jenkinsfile)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Yes (.gitlab-ci.yml)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Yes (config.yml)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Yes (YAML + GUI)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Yes (Kotlin DSL, also GUI based)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70440"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600" spc="-1" strike="noStrike">
                          <a:latin typeface="Calibri"/>
                        </a:rPr>
                        <a:t>Scalability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Very High (plugin-based, master-agent)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High (Auto-scaling runners)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High (Docker-based, parallel jobs)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Medium (agent-based)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720" rIns="63720" tIns="31680" bIns="316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Calibri"/>
                        </a:rPr>
                        <a:t>Medium (agent-based)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26" name="TextBox 4"/>
          <p:cNvSpPr/>
          <p:nvPr/>
        </p:nvSpPr>
        <p:spPr>
          <a:xfrm>
            <a:off x="685800" y="115560"/>
            <a:ext cx="10743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latin typeface="Arial"/>
              </a:rPr>
              <a:t>Comparison Table: Jenkins vs GitLab CI vs CircleCI vs Bamboo vs TeamCity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" name="Table 16"/>
          <p:cNvGraphicFramePr/>
          <p:nvPr/>
        </p:nvGraphicFramePr>
        <p:xfrm>
          <a:off x="533520" y="1066680"/>
          <a:ext cx="11353320" cy="5124240"/>
        </p:xfrm>
        <a:graphic>
          <a:graphicData uri="http://schemas.openxmlformats.org/drawingml/2006/table">
            <a:tbl>
              <a:tblPr/>
              <a:tblGrid>
                <a:gridCol w="1892160"/>
                <a:gridCol w="1892160"/>
                <a:gridCol w="1892160"/>
                <a:gridCol w="1892160"/>
                <a:gridCol w="1892160"/>
                <a:gridCol w="1892520"/>
              </a:tblGrid>
              <a:tr h="47772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Feature / Tool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Jenkins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GitLab CI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CircleCI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Bamboo (Atlassian)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TeamCity (JetBrains)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5084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Docker Support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Strong (via plugin)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Native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Excellent (Docker-first)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Good (Docker agent)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Good (Docker and Kubernetes support)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052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Kubernetes Support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 (via plugin)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 (via GitLab K8s executor)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 (orbs or custom runners)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Limited (not native)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 (K8s plugin or custom runners)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6348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Parallel Execution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 (manual config with agents)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 (matrix jobs, dynamic pipelines)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 (easy parallelism setup)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6348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Secrets Management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Plugin-based (Vault, credentials)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 (masked CI/CD variables)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 (env vars, contexts)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1472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Plugin Ecosystem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Very large (~1800+)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Smaller, focused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Small, focused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Limited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Moderate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6348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Notifications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Via Plugins (Slack, Email, etc.)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 (Slack, Email)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 (customizable)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052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Test Reporting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Via Plugins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 (JUnit, Code coverage)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28" name="TextBox 17"/>
          <p:cNvSpPr/>
          <p:nvPr/>
        </p:nvSpPr>
        <p:spPr>
          <a:xfrm>
            <a:off x="762120" y="237960"/>
            <a:ext cx="10743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latin typeface="Arial"/>
              </a:rPr>
              <a:t>Comparison Table: Jenkins vs GitLab CI vs CircleCI vs Bamboo vs TeamCity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9" name="Table 16"/>
          <p:cNvGraphicFramePr/>
          <p:nvPr/>
        </p:nvGraphicFramePr>
        <p:xfrm>
          <a:off x="419040" y="914400"/>
          <a:ext cx="11429640" cy="3457440"/>
        </p:xfrm>
        <a:graphic>
          <a:graphicData uri="http://schemas.openxmlformats.org/drawingml/2006/table">
            <a:tbl>
              <a:tblPr/>
              <a:tblGrid>
                <a:gridCol w="1904760"/>
                <a:gridCol w="1904760"/>
                <a:gridCol w="1904760"/>
                <a:gridCol w="1904760"/>
                <a:gridCol w="1904760"/>
                <a:gridCol w="1905840"/>
              </a:tblGrid>
              <a:tr h="52668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Feature / Tool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Jenkins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GitLab CI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CircleCI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Bamboo (Atlassian)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TeamCity (JetBrains)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668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Test Reporting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Via Plugins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 (JUnit, Code coverage)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8120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Manual Approval / Gates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Plugin-based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 (Environments / approvals)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 (with workflows)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Built-in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8120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Security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Requires hardening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Good (RBAC, project/group level)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Good (context-based)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Good (integrates with LDAP/SSO)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Good (LDAP, RBAC)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8120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Maintenance Overhead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 (self-managed)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 (SaaS) to Medium (self-hosted)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Very Low (SaaS)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Medium to High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668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Cost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Free (self-hosted)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Free tier + paid runners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Free tier + paid usage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Paid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Paid (free tier for OSS)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35720"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Best for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Custom, complex pipelines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GitLab users; integrated DevOps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Quick CI/CD setup, Docker-heavy apps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Jira/Bitbucket users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7280" rIns="17280" tIns="8640" bIns="86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JetBrains ecosystem or .NET-heavy teams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ctr" marL="17280" marR="172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0" name="TextBox 1"/>
          <p:cNvSpPr/>
          <p:nvPr/>
        </p:nvSpPr>
        <p:spPr>
          <a:xfrm>
            <a:off x="762120" y="237960"/>
            <a:ext cx="10743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latin typeface="Arial"/>
              </a:rPr>
              <a:t>Comparison Table: Jenkins vs GitLab CI vs CircleCI vs Bamboo vs TeamCity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916920" y="377640"/>
            <a:ext cx="3974760" cy="11584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What</a:t>
            </a:r>
            <a:r>
              <a:rPr b="1" lang="en-US" sz="3200" spc="-26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is</a:t>
            </a:r>
            <a:r>
              <a:rPr b="1" lang="en-US" sz="3200" spc="-7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Gitlab</a:t>
            </a:r>
            <a:r>
              <a:rPr b="1" lang="en-US" sz="3200" spc="-32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CI-</a:t>
            </a:r>
            <a:r>
              <a:rPr b="1" lang="en-US" sz="3200" spc="-26" strike="noStrike">
                <a:solidFill>
                  <a:srgbClr val="d5001c"/>
                </a:solidFill>
                <a:latin typeface="Arial"/>
              </a:rPr>
              <a:t>CD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2" name="object 3"/>
          <p:cNvSpPr/>
          <p:nvPr/>
        </p:nvSpPr>
        <p:spPr>
          <a:xfrm>
            <a:off x="918360" y="1211400"/>
            <a:ext cx="8921520" cy="61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GitLab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CI/CD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is</a:t>
            </a:r>
            <a:r>
              <a:rPr b="0" lang="en-IN" sz="2000" spc="-1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 built-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in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Continuous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Integration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and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Continuous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Deployment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(CI/CD)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tool</a:t>
            </a:r>
            <a:r>
              <a:rPr b="0" lang="en-IN" sz="2000" spc="-1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provided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by</a:t>
            </a:r>
            <a:r>
              <a:rPr b="0" lang="en-IN" sz="2000" spc="-1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GitLab,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</a:t>
            </a:r>
            <a:r>
              <a:rPr b="0" lang="en-IN" sz="2000" spc="-2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popular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web-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based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repository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manager.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1"/>
              </a:spcBef>
              <a:buNone/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GitLab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CI/CD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automates</a:t>
            </a:r>
            <a:r>
              <a:rPr b="0" lang="en-IN" sz="2000" spc="-6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building,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testing,</a:t>
            </a:r>
            <a:r>
              <a:rPr b="0" lang="en-IN" sz="2000" spc="-60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and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deploying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code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changes.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369000" indent="-35640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36900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CI/CD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pipelines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are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defined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using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version-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controlled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.gitlab-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ci.yml</a:t>
            </a:r>
            <a:r>
              <a:rPr b="1" lang="en-IN" sz="2000" spc="-46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file.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36900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GitLab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CI/CD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is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tightly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integrated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with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GitLab's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collaboration</a:t>
            </a:r>
            <a:r>
              <a:rPr b="0" lang="en-IN" sz="2000" spc="-60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and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source</a:t>
            </a:r>
            <a:endParaRPr b="0" lang="en-IN" sz="2000" spc="-1" strike="noStrike">
              <a:latin typeface="Arial"/>
            </a:endParaRPr>
          </a:p>
          <a:p>
            <a:pPr marL="299160">
              <a:lnSpc>
                <a:spcPct val="100000"/>
              </a:lnSpc>
              <a:spcBef>
                <a:spcPts val="6"/>
              </a:spcBef>
              <a:buNone/>
              <a:tabLst>
                <a:tab algn="l" pos="29916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code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management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features.</a:t>
            </a:r>
            <a:endParaRPr b="0" lang="en-IN" sz="2000" spc="-1" strike="noStrike">
              <a:latin typeface="Arial"/>
            </a:endParaRPr>
          </a:p>
          <a:p>
            <a:pPr marL="299160"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299160"/>
                <a:tab algn="l" pos="36900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Times New Roman"/>
              </a:rPr>
              <a:t>	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It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supports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parallel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job</a:t>
            </a:r>
            <a:r>
              <a:rPr b="0" lang="en-IN" sz="2000" spc="-1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execution,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speeding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up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testing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and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deployment processes.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  <a:tab algn="l" pos="36900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GitLab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CI/CD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facilitates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container-based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development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and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deployment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using Docker.</a:t>
            </a:r>
            <a:endParaRPr b="0" lang="en-IN" sz="2000" spc="-1" strike="noStrike">
              <a:latin typeface="Arial"/>
            </a:endParaRPr>
          </a:p>
        </p:txBody>
      </p:sp>
      <p:pic>
        <p:nvPicPr>
          <p:cNvPr id="733" name="object 4" descr=""/>
          <p:cNvPicPr/>
          <p:nvPr/>
        </p:nvPicPr>
        <p:blipFill>
          <a:blip r:embed="rId1"/>
          <a:stretch/>
        </p:blipFill>
        <p:spPr>
          <a:xfrm>
            <a:off x="9395280" y="2225160"/>
            <a:ext cx="2793240" cy="280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741960" y="297720"/>
            <a:ext cx="6539040" cy="1238400"/>
          </a:xfrm>
          <a:prstGeom prst="rect">
            <a:avLst/>
          </a:prstGeom>
          <a:noFill/>
          <a:ln w="0">
            <a:noFill/>
          </a:ln>
        </p:spPr>
        <p:txBody>
          <a:bodyPr lIns="0" rIns="0" tIns="93240" bIns="0" anchor="t">
            <a:noAutofit/>
          </a:bodyPr>
          <a:p>
            <a:pPr marL="1872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Key</a:t>
            </a:r>
            <a:r>
              <a:rPr b="1" lang="en-US" sz="3200" spc="-32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Components</a:t>
            </a:r>
            <a:r>
              <a:rPr b="1" lang="en-US" sz="3200" spc="-35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of</a:t>
            </a:r>
            <a:r>
              <a:rPr b="1" lang="en-US" sz="3200" spc="-32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Gitlab</a:t>
            </a:r>
            <a:r>
              <a:rPr b="1" lang="en-US" sz="3200" spc="-41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CI-</a:t>
            </a:r>
            <a:r>
              <a:rPr b="1" lang="en-US" sz="3200" spc="-26" strike="noStrike">
                <a:solidFill>
                  <a:srgbClr val="d5001c"/>
                </a:solidFill>
                <a:latin typeface="Arial"/>
              </a:rPr>
              <a:t>CD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5" name="object 3"/>
          <p:cNvSpPr/>
          <p:nvPr/>
        </p:nvSpPr>
        <p:spPr>
          <a:xfrm>
            <a:off x="949680" y="1389600"/>
            <a:ext cx="911808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GitLab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CI/CD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consists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of</a:t>
            </a:r>
            <a:r>
              <a:rPr b="0" lang="en-IN" sz="2000" spc="-2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several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key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components</a:t>
            </a:r>
            <a:r>
              <a:rPr b="0" lang="en-IN" sz="2000" spc="-6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that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work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together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to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automate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the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software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development</a:t>
            </a:r>
            <a:r>
              <a:rPr b="0" lang="en-IN" sz="2000" spc="-4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lifecycle.</a:t>
            </a:r>
            <a:r>
              <a:rPr b="0" lang="en-IN" sz="2000" spc="-5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The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main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components</a:t>
            </a:r>
            <a:r>
              <a:rPr b="0" lang="en-IN" sz="2000" spc="-7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are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: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59"/>
              </a:spcBef>
              <a:buNone/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3b3d4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2" strike="noStrike">
                <a:solidFill>
                  <a:srgbClr val="3b3d41"/>
                </a:solidFill>
                <a:latin typeface="Arial"/>
              </a:rPr>
              <a:t>Runner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3b3d4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2" strike="noStrike">
                <a:solidFill>
                  <a:srgbClr val="3b3d41"/>
                </a:solidFill>
                <a:latin typeface="Arial"/>
              </a:rPr>
              <a:t>Pipeline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3b3d4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" strike="noStrike">
                <a:solidFill>
                  <a:srgbClr val="3b3d41"/>
                </a:solidFill>
                <a:latin typeface="Arial"/>
              </a:rPr>
              <a:t>Gitlab</a:t>
            </a:r>
            <a:r>
              <a:rPr b="1" lang="en-IN" sz="2000" spc="-52" strike="noStrike">
                <a:solidFill>
                  <a:srgbClr val="3b3d41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3b3d41"/>
                </a:solidFill>
                <a:latin typeface="Arial"/>
              </a:rPr>
              <a:t>CI</a:t>
            </a:r>
            <a:r>
              <a:rPr b="1" lang="en-IN" sz="2000" spc="-26" strike="noStrike">
                <a:solidFill>
                  <a:srgbClr val="3b3d41"/>
                </a:solidFill>
                <a:latin typeface="Arial"/>
              </a:rPr>
              <a:t> </a:t>
            </a:r>
            <a:r>
              <a:rPr b="1" lang="en-IN" sz="2000" spc="-21" strike="noStrike">
                <a:solidFill>
                  <a:srgbClr val="3b3d41"/>
                </a:solidFill>
                <a:latin typeface="Arial"/>
              </a:rPr>
              <a:t>file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6"/>
              </a:spcBef>
              <a:buClr>
                <a:srgbClr val="3b3d4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2" strike="noStrike">
                <a:solidFill>
                  <a:srgbClr val="3b3d41"/>
                </a:solidFill>
                <a:latin typeface="Arial"/>
              </a:rPr>
              <a:t>Artifacts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3b3d4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2" strike="noStrike">
                <a:solidFill>
                  <a:srgbClr val="3b3d41"/>
                </a:solidFill>
                <a:latin typeface="Arial"/>
              </a:rPr>
              <a:t>Triggers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3b3d4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" strike="noStrike">
                <a:solidFill>
                  <a:srgbClr val="3b3d41"/>
                </a:solidFill>
                <a:latin typeface="Arial"/>
              </a:rPr>
              <a:t>CI-CD</a:t>
            </a:r>
            <a:r>
              <a:rPr b="1" lang="en-IN" sz="2000" spc="-52" strike="noStrike">
                <a:solidFill>
                  <a:srgbClr val="3b3d41"/>
                </a:solidFill>
                <a:latin typeface="Arial"/>
              </a:rPr>
              <a:t> </a:t>
            </a:r>
            <a:r>
              <a:rPr b="1" lang="en-IN" sz="2000" spc="-12" strike="noStrike">
                <a:solidFill>
                  <a:srgbClr val="3b3d41"/>
                </a:solidFill>
                <a:latin typeface="Arial"/>
              </a:rPr>
              <a:t>Variables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741960" y="297720"/>
            <a:ext cx="6539040" cy="1238400"/>
          </a:xfrm>
          <a:prstGeom prst="rect">
            <a:avLst/>
          </a:prstGeom>
          <a:noFill/>
          <a:ln w="0">
            <a:noFill/>
          </a:ln>
        </p:spPr>
        <p:txBody>
          <a:bodyPr lIns="0" rIns="0" tIns="93240" bIns="0" anchor="t">
            <a:noAutofit/>
          </a:bodyPr>
          <a:p>
            <a:pPr marL="1872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Why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Gitlab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 CI-</a:t>
            </a:r>
            <a:r>
              <a:rPr b="1" lang="en-US" sz="3200" spc="-26" strike="noStrike">
                <a:solidFill>
                  <a:srgbClr val="d5001c"/>
                </a:solidFill>
                <a:latin typeface="Arial"/>
              </a:rPr>
              <a:t>CD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7" name="object 3"/>
          <p:cNvSpPr/>
          <p:nvPr/>
        </p:nvSpPr>
        <p:spPr>
          <a:xfrm>
            <a:off x="919800" y="1492200"/>
            <a:ext cx="9504360" cy="40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GitLab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CI/CD</a:t>
            </a:r>
            <a:r>
              <a:rPr b="0" lang="en-IN" sz="2000" spc="-2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is</a:t>
            </a:r>
            <a:r>
              <a:rPr b="0" lang="en-IN" sz="2000" spc="-7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</a:t>
            </a:r>
            <a:r>
              <a:rPr b="0" lang="en-IN" sz="2000" spc="-7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popular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choice</a:t>
            </a:r>
            <a:r>
              <a:rPr b="0" lang="en-IN" sz="2000" spc="-4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for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many</a:t>
            </a:r>
            <a:r>
              <a:rPr b="0" lang="en-IN" sz="2000" spc="-1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development</a:t>
            </a:r>
            <a:r>
              <a:rPr b="0" lang="en-IN" sz="2000" spc="-35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teams</a:t>
            </a:r>
            <a:r>
              <a:rPr b="0" lang="en-IN" sz="2000" spc="-3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and</a:t>
            </a:r>
            <a:r>
              <a:rPr b="0" lang="en-IN" sz="2000" spc="-21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organizations</a:t>
            </a:r>
            <a:r>
              <a:rPr b="0" lang="en-IN" sz="2000" spc="-60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26" strike="noStrike">
                <a:solidFill>
                  <a:srgbClr val="28292b"/>
                </a:solidFill>
                <a:latin typeface="Arial MT"/>
              </a:rPr>
              <a:t>for </a:t>
            </a:r>
            <a:r>
              <a:rPr b="0" lang="en-IN" sz="2000" spc="-1" strike="noStrike">
                <a:solidFill>
                  <a:srgbClr val="28292b"/>
                </a:solidFill>
                <a:latin typeface="Arial MT"/>
              </a:rPr>
              <a:t>several</a:t>
            </a:r>
            <a:r>
              <a:rPr b="0" lang="en-IN" sz="2000" spc="-52" strike="noStrike">
                <a:solidFill>
                  <a:srgbClr val="28292b"/>
                </a:solidFill>
                <a:latin typeface="Arial MT"/>
              </a:rPr>
              <a:t> </a:t>
            </a:r>
            <a:r>
              <a:rPr b="0" lang="en-IN" sz="2000" spc="-12" strike="noStrike">
                <a:solidFill>
                  <a:srgbClr val="28292b"/>
                </a:solidFill>
                <a:latin typeface="Arial MT"/>
              </a:rPr>
              <a:t>reasons: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1"/>
              </a:spcBef>
              <a:buNone/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Automated</a:t>
            </a:r>
            <a:r>
              <a:rPr b="1" lang="en-IN" sz="2000" spc="-41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and</a:t>
            </a:r>
            <a:r>
              <a:rPr b="1" lang="en-IN" sz="2000" spc="-26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Consistent</a:t>
            </a:r>
            <a:r>
              <a:rPr b="1" lang="en-IN" sz="2000" spc="-3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Build</a:t>
            </a:r>
            <a:r>
              <a:rPr b="1" lang="en-IN" sz="2000" spc="-3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and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Deployment 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Process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Faster </a:t>
            </a:r>
            <a:r>
              <a:rPr b="1" lang="en-IN" sz="2000" spc="-21" strike="noStrike">
                <a:solidFill>
                  <a:srgbClr val="28292b"/>
                </a:solidFill>
                <a:latin typeface="Arial"/>
              </a:rPr>
              <a:t>Time-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to-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Market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6"/>
              </a:spcBef>
              <a:buClr>
                <a:srgbClr val="28292b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Continuous</a:t>
            </a:r>
            <a:r>
              <a:rPr b="1" lang="en-IN" sz="2000" spc="-3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Integration</a:t>
            </a:r>
            <a:r>
              <a:rPr b="1" lang="en-IN" sz="2000" spc="-5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and 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Testing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Improved</a:t>
            </a:r>
            <a:r>
              <a:rPr b="1" lang="en-IN" sz="2000" spc="-5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Collaboration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buNone/>
              <a:tabLst>
                <a:tab algn="l" pos="299160"/>
              </a:tabLst>
            </a:pPr>
            <a:endParaRPr b="0" lang="en-IN" sz="2000" spc="-1" strike="noStrike"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28292b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Enhanced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Security</a:t>
            </a:r>
            <a:r>
              <a:rPr b="1" lang="en-IN" sz="2000" spc="-3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28292b"/>
                </a:solidFill>
                <a:latin typeface="Arial"/>
              </a:rPr>
              <a:t>and</a:t>
            </a:r>
            <a:r>
              <a:rPr b="1" lang="en-IN" sz="2000" spc="-7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IN" sz="2000" spc="-12" strike="noStrike">
                <a:solidFill>
                  <a:srgbClr val="28292b"/>
                </a:solidFill>
                <a:latin typeface="Arial"/>
              </a:rPr>
              <a:t>Stability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741960" y="297720"/>
            <a:ext cx="6539040" cy="1238400"/>
          </a:xfrm>
          <a:prstGeom prst="rect">
            <a:avLst/>
          </a:prstGeom>
          <a:noFill/>
          <a:ln w="0">
            <a:noFill/>
          </a:ln>
        </p:spPr>
        <p:txBody>
          <a:bodyPr lIns="0" rIns="0" tIns="93240" bIns="0" anchor="t">
            <a:noAutofit/>
          </a:bodyPr>
          <a:p>
            <a:pPr marL="1872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Gitlab</a:t>
            </a:r>
            <a:r>
              <a:rPr b="1" lang="en-US" sz="3200" spc="-26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CI-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CD</a:t>
            </a:r>
            <a:r>
              <a:rPr b="1" lang="en-US" sz="3200" spc="12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features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739" name="object 3" descr=""/>
          <p:cNvPicPr/>
          <p:nvPr/>
        </p:nvPicPr>
        <p:blipFill>
          <a:blip r:embed="rId1"/>
          <a:stretch/>
        </p:blipFill>
        <p:spPr>
          <a:xfrm>
            <a:off x="2926080" y="1414440"/>
            <a:ext cx="5825880" cy="447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741960" y="297720"/>
            <a:ext cx="6539040" cy="1238400"/>
          </a:xfrm>
          <a:prstGeom prst="rect">
            <a:avLst/>
          </a:prstGeom>
          <a:noFill/>
          <a:ln w="0">
            <a:noFill/>
          </a:ln>
        </p:spPr>
        <p:txBody>
          <a:bodyPr lIns="0" rIns="0" tIns="93240" bIns="0" anchor="t">
            <a:noAutofit/>
          </a:bodyPr>
          <a:p>
            <a:pPr marL="1872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Use</a:t>
            </a:r>
            <a:r>
              <a:rPr b="1" lang="en-US" sz="3200" spc="-35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Case</a:t>
            </a:r>
            <a:r>
              <a:rPr b="1" lang="en-US" sz="3200" spc="-15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and</a:t>
            </a:r>
            <a:r>
              <a:rPr b="1" lang="en-US" sz="3200" spc="-21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5001c"/>
                </a:solidFill>
                <a:latin typeface="Arial"/>
              </a:rPr>
              <a:t>Best</a:t>
            </a:r>
            <a:r>
              <a:rPr b="1" lang="en-US" sz="3200" spc="-26" strike="noStrike">
                <a:solidFill>
                  <a:srgbClr val="d5001c"/>
                </a:solidFill>
                <a:latin typeface="Arial"/>
              </a:rPr>
              <a:t> </a:t>
            </a:r>
            <a:r>
              <a:rPr b="1" lang="en-US" sz="3200" spc="-12" strike="noStrike">
                <a:solidFill>
                  <a:srgbClr val="d5001c"/>
                </a:solidFill>
                <a:latin typeface="Arial"/>
              </a:rPr>
              <a:t>practices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/>
          </p:nvPr>
        </p:nvSpPr>
        <p:spPr>
          <a:xfrm>
            <a:off x="920160" y="1376280"/>
            <a:ext cx="7044480" cy="494460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2000" spc="-1" strike="noStrike">
                <a:solidFill>
                  <a:srgbClr val="28292b"/>
                </a:solidFill>
                <a:latin typeface="Arial"/>
              </a:rPr>
              <a:t>Use</a:t>
            </a:r>
            <a:r>
              <a:rPr b="1" lang="en-US" sz="2000" spc="-52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8292b"/>
                </a:solidFill>
                <a:latin typeface="Arial"/>
              </a:rPr>
              <a:t>Case</a:t>
            </a:r>
            <a:r>
              <a:rPr b="1" lang="en-US" sz="2000" spc="-46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US" sz="2000" spc="-52" strike="noStrike">
                <a:solidFill>
                  <a:srgbClr val="28292b"/>
                </a:solidFill>
                <a:latin typeface="Arial"/>
              </a:rPr>
              <a:t>-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100000"/>
              </a:lnSpc>
              <a:spcBef>
                <a:spcPts val="96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spcBef>
                <a:spcPts val="6"/>
              </a:spcBef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Continuous</a:t>
            </a:r>
            <a:r>
              <a:rPr b="0" lang="en-US" sz="2000" spc="-55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integration</a:t>
            </a:r>
            <a:r>
              <a:rPr b="0" lang="en-US" sz="2000" spc="-52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and</a:t>
            </a:r>
            <a:r>
              <a:rPr b="0" lang="en-US" sz="2000" spc="-41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deployment</a:t>
            </a:r>
            <a:r>
              <a:rPr b="0" lang="en-US" sz="2000" spc="-55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for</a:t>
            </a:r>
            <a:r>
              <a:rPr b="0" lang="en-US" sz="2000" spc="-55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web</a:t>
            </a:r>
            <a:r>
              <a:rPr b="0" lang="en-US" sz="2000" spc="-41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applications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Infrastructure</a:t>
            </a:r>
            <a:r>
              <a:rPr b="0" lang="en-US" sz="2000" spc="-114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automation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Data</a:t>
            </a:r>
            <a:r>
              <a:rPr b="0" lang="en-US" sz="2000" spc="-60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pipelines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Automated</a:t>
            </a:r>
            <a:r>
              <a:rPr b="0" lang="en-US" sz="2000" spc="-100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Testing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Containerized</a:t>
            </a:r>
            <a:r>
              <a:rPr b="0" lang="en-US" sz="2000" spc="-55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Applications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100000"/>
              </a:lnSpc>
              <a:buNone/>
              <a:tabLst>
                <a:tab algn="l" pos="299160"/>
              </a:tabLst>
            </a:pP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algn="l" pos="299160"/>
              </a:tabLst>
            </a:pP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299160"/>
              </a:tabLst>
            </a:pPr>
            <a:r>
              <a:rPr b="1" lang="en-US" sz="2000" spc="-1" strike="noStrike">
                <a:solidFill>
                  <a:srgbClr val="28292b"/>
                </a:solidFill>
                <a:latin typeface="Arial"/>
              </a:rPr>
              <a:t>Best</a:t>
            </a:r>
            <a:r>
              <a:rPr b="1" lang="en-US" sz="2000" spc="-60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rgbClr val="28292b"/>
                </a:solidFill>
                <a:latin typeface="Arial"/>
              </a:rPr>
              <a:t>Practise</a:t>
            </a:r>
            <a:r>
              <a:rPr b="1" lang="en-US" sz="2000" spc="-55" strike="noStrike">
                <a:solidFill>
                  <a:srgbClr val="28292b"/>
                </a:solidFill>
                <a:latin typeface="Arial"/>
              </a:rPr>
              <a:t> </a:t>
            </a:r>
            <a:r>
              <a:rPr b="1" lang="en-US" sz="2000" spc="-52" strike="noStrike">
                <a:solidFill>
                  <a:srgbClr val="28292b"/>
                </a:solidFill>
                <a:latin typeface="Arial"/>
              </a:rPr>
              <a:t>-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100000"/>
              </a:lnSpc>
              <a:spcBef>
                <a:spcPts val="96"/>
              </a:spcBef>
              <a:buNone/>
              <a:tabLst>
                <a:tab algn="l" pos="299160"/>
              </a:tabLst>
            </a:pP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spcBef>
                <a:spcPts val="6"/>
              </a:spcBef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Security</a:t>
            </a:r>
            <a:r>
              <a:rPr b="0" lang="en-US" sz="2000" spc="-32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and</a:t>
            </a:r>
            <a:r>
              <a:rPr b="0" lang="en-US" sz="2000" spc="-15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secrets</a:t>
            </a:r>
            <a:r>
              <a:rPr b="0" lang="en-US" sz="2000" spc="-55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management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Parallelization</a:t>
            </a:r>
            <a:r>
              <a:rPr b="0" lang="en-US" sz="2000" spc="-75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and</a:t>
            </a:r>
            <a:r>
              <a:rPr b="0" lang="en-US" sz="2000" spc="-72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caching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Infrastructure</a:t>
            </a:r>
            <a:r>
              <a:rPr b="0" lang="en-US" sz="2000" spc="-80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as</a:t>
            </a:r>
            <a:r>
              <a:rPr b="0" lang="en-US" sz="2000" spc="-46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21" strike="noStrike">
                <a:solidFill>
                  <a:srgbClr val="374151"/>
                </a:solidFill>
                <a:latin typeface="Arial MT"/>
              </a:rPr>
              <a:t>code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marL="299160" indent="-286560">
              <a:lnSpc>
                <a:spcPct val="100000"/>
              </a:lnSpc>
              <a:buClr>
                <a:srgbClr val="374151"/>
              </a:buClr>
              <a:buFont typeface="Wingdings" charset="2"/>
              <a:buChar char=""/>
              <a:tabLst>
                <a:tab algn="l" pos="299160"/>
              </a:tabLst>
            </a:pPr>
            <a:r>
              <a:rPr b="0" lang="en-US" sz="2000" spc="-1" strike="noStrike">
                <a:solidFill>
                  <a:srgbClr val="374151"/>
                </a:solidFill>
                <a:latin typeface="Arial MT"/>
              </a:rPr>
              <a:t>Pipeline</a:t>
            </a:r>
            <a:r>
              <a:rPr b="0" lang="en-US" sz="2000" spc="-106" strike="noStrike">
                <a:solidFill>
                  <a:srgbClr val="374151"/>
                </a:solidFill>
                <a:latin typeface="Arial MT"/>
              </a:rPr>
              <a:t> </a:t>
            </a:r>
            <a:r>
              <a:rPr b="0" lang="en-US" sz="2000" spc="-12" strike="noStrike">
                <a:solidFill>
                  <a:srgbClr val="374151"/>
                </a:solidFill>
                <a:latin typeface="Arial MT"/>
              </a:rPr>
              <a:t>testing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742" name="object 4" descr=""/>
          <p:cNvPicPr/>
          <p:nvPr/>
        </p:nvPicPr>
        <p:blipFill>
          <a:blip r:embed="rId1"/>
          <a:stretch/>
        </p:blipFill>
        <p:spPr>
          <a:xfrm>
            <a:off x="6314760" y="3058200"/>
            <a:ext cx="2832120" cy="191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4593960" y="2446920"/>
            <a:ext cx="3075480" cy="1232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8000" spc="-21" strike="noStrike">
                <a:solidFill>
                  <a:srgbClr val="d5001c"/>
                </a:solidFill>
                <a:latin typeface="Arial"/>
              </a:rPr>
              <a:t>DEMO</a:t>
            </a:r>
            <a:endParaRPr b="0" lang="en-US" sz="8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object 2"/>
          <p:cNvSpPr/>
          <p:nvPr/>
        </p:nvSpPr>
        <p:spPr>
          <a:xfrm>
            <a:off x="0" y="0"/>
            <a:ext cx="12191760" cy="5152680"/>
          </a:xfrm>
          <a:custGeom>
            <a:avLst/>
            <a:gdLst/>
            <a:ahLst/>
            <a:rect l="l" t="t" r="r" b="b"/>
            <a:pathLst>
              <a:path w="12192000" h="5153025">
                <a:moveTo>
                  <a:pt x="12192000" y="0"/>
                </a:moveTo>
                <a:lnTo>
                  <a:pt x="0" y="0"/>
                </a:lnTo>
                <a:lnTo>
                  <a:pt x="0" y="5152644"/>
                </a:lnTo>
                <a:lnTo>
                  <a:pt x="12192000" y="51526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45" name="object 3" descr=""/>
          <p:cNvPicPr/>
          <p:nvPr/>
        </p:nvPicPr>
        <p:blipFill>
          <a:blip r:embed="rId1"/>
          <a:stretch/>
        </p:blipFill>
        <p:spPr>
          <a:xfrm>
            <a:off x="2883240" y="1398960"/>
            <a:ext cx="6424920" cy="2796120"/>
          </a:xfrm>
          <a:prstGeom prst="rect">
            <a:avLst/>
          </a:prstGeom>
          <a:ln w="0">
            <a:noFill/>
          </a:ln>
        </p:spPr>
      </p:pic>
      <p:pic>
        <p:nvPicPr>
          <p:cNvPr id="746" name="object 4" descr=""/>
          <p:cNvPicPr/>
          <p:nvPr/>
        </p:nvPicPr>
        <p:blipFill>
          <a:blip r:embed="rId2"/>
          <a:stretch/>
        </p:blipFill>
        <p:spPr>
          <a:xfrm>
            <a:off x="10992600" y="5743800"/>
            <a:ext cx="956880" cy="958320"/>
          </a:xfrm>
          <a:prstGeom prst="rect">
            <a:avLst/>
          </a:prstGeom>
          <a:ln w="0">
            <a:noFill/>
          </a:ln>
        </p:spPr>
      </p:pic>
      <p:sp>
        <p:nvSpPr>
          <p:cNvPr id="747" name="object 5"/>
          <p:cNvSpPr/>
          <p:nvPr/>
        </p:nvSpPr>
        <p:spPr>
          <a:xfrm>
            <a:off x="2067480" y="4373640"/>
            <a:ext cx="855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IN" sz="1600" spc="-1" strike="noStrike">
                <a:solidFill>
                  <a:srgbClr val="750835"/>
                </a:solidFill>
                <a:latin typeface="Arial"/>
              </a:rPr>
              <a:t>For</a:t>
            </a:r>
            <a:r>
              <a:rPr b="1" lang="en-IN" sz="1600" spc="-35" strike="noStrike">
                <a:solidFill>
                  <a:srgbClr val="750835"/>
                </a:solidFill>
                <a:latin typeface="Arial"/>
              </a:rPr>
              <a:t> </a:t>
            </a:r>
            <a:r>
              <a:rPr b="1" lang="en-IN" sz="1600" spc="-1" strike="noStrike">
                <a:solidFill>
                  <a:srgbClr val="750835"/>
                </a:solidFill>
                <a:latin typeface="Arial"/>
              </a:rPr>
              <a:t>more</a:t>
            </a:r>
            <a:r>
              <a:rPr b="1" lang="en-IN" sz="1600" spc="-15" strike="noStrike">
                <a:solidFill>
                  <a:srgbClr val="750835"/>
                </a:solidFill>
                <a:latin typeface="Arial"/>
              </a:rPr>
              <a:t> </a:t>
            </a:r>
            <a:r>
              <a:rPr b="1" lang="en-IN" sz="1600" spc="-1" strike="noStrike">
                <a:solidFill>
                  <a:srgbClr val="750835"/>
                </a:solidFill>
                <a:latin typeface="Arial"/>
              </a:rPr>
              <a:t>information</a:t>
            </a:r>
            <a:r>
              <a:rPr b="1" lang="en-IN" sz="1600" spc="9" strike="noStrike">
                <a:solidFill>
                  <a:srgbClr val="750835"/>
                </a:solidFill>
                <a:latin typeface="Arial"/>
              </a:rPr>
              <a:t> </a:t>
            </a:r>
            <a:r>
              <a:rPr b="1" lang="en-IN" sz="1600" spc="-1" strike="noStrike">
                <a:solidFill>
                  <a:srgbClr val="750835"/>
                </a:solidFill>
                <a:latin typeface="Arial"/>
              </a:rPr>
              <a:t>and</a:t>
            </a:r>
            <a:r>
              <a:rPr b="1" lang="en-IN" sz="1600" spc="-52" strike="noStrike">
                <a:solidFill>
                  <a:srgbClr val="750835"/>
                </a:solidFill>
                <a:latin typeface="Arial"/>
              </a:rPr>
              <a:t> </a:t>
            </a:r>
            <a:r>
              <a:rPr b="1" lang="en-IN" sz="1600" spc="-1" strike="noStrike">
                <a:solidFill>
                  <a:srgbClr val="750835"/>
                </a:solidFill>
                <a:latin typeface="Arial"/>
              </a:rPr>
              <a:t>any</a:t>
            </a:r>
            <a:r>
              <a:rPr b="1" lang="en-IN" sz="1600" spc="-35" strike="noStrike">
                <a:solidFill>
                  <a:srgbClr val="750835"/>
                </a:solidFill>
                <a:latin typeface="Arial"/>
              </a:rPr>
              <a:t> </a:t>
            </a:r>
            <a:r>
              <a:rPr b="1" lang="en-IN" sz="1600" spc="-1" strike="noStrike">
                <a:solidFill>
                  <a:srgbClr val="750835"/>
                </a:solidFill>
                <a:latin typeface="Arial"/>
              </a:rPr>
              <a:t>queries</a:t>
            </a:r>
            <a:r>
              <a:rPr b="1" lang="en-IN" sz="1600" spc="-21" strike="noStrike">
                <a:solidFill>
                  <a:srgbClr val="750835"/>
                </a:solidFill>
                <a:latin typeface="Arial"/>
              </a:rPr>
              <a:t> </a:t>
            </a:r>
            <a:r>
              <a:rPr b="1" lang="en-IN" sz="1600" spc="-1" strike="noStrike">
                <a:solidFill>
                  <a:srgbClr val="750835"/>
                </a:solidFill>
                <a:latin typeface="Arial"/>
              </a:rPr>
              <a:t>contact</a:t>
            </a:r>
            <a:r>
              <a:rPr b="1" lang="en-IN" sz="1600" spc="-26" strike="noStrike">
                <a:solidFill>
                  <a:srgbClr val="750835"/>
                </a:solidFill>
                <a:latin typeface="Arial"/>
              </a:rPr>
              <a:t> </a:t>
            </a:r>
            <a:r>
              <a:rPr b="1" lang="en-IN" sz="1600" spc="-1" strike="noStrike">
                <a:solidFill>
                  <a:srgbClr val="750835"/>
                </a:solidFill>
                <a:latin typeface="Arial"/>
              </a:rPr>
              <a:t>to</a:t>
            </a:r>
            <a:r>
              <a:rPr b="1" lang="en-IN" sz="1600" spc="-26" strike="noStrike">
                <a:solidFill>
                  <a:srgbClr val="750835"/>
                </a:solidFill>
                <a:latin typeface="Arial"/>
              </a:rPr>
              <a:t> </a:t>
            </a:r>
            <a:r>
              <a:rPr b="1" lang="en-IN" sz="1600" spc="-12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Deeksha.Tripathi</a:t>
            </a:r>
            <a:r>
              <a:rPr b="1" i="1" lang="en-IN" sz="1600" spc="-12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@nashtechglobal.com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  <Words>973</Words>
  <Paragraphs>225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2025-07-16T01:47:03Z</dcterms:created>
  <dc:creator/>
  <dc:description/>
  <dc:language>en-IN</dc:language>
  <cp:lastModifiedBy/>
  <dcterms:modified xsi:type="dcterms:W3CDTF">2026-08-11T17:40:06Z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2025-07-16T00:00:00Z</vt:filetime>
  </property>
  <property fmtid="{D5CDD505-2E9C-101B-9397-08002B2CF9AE}" pid="5" name="PresentationFormat">
    <vt:lpwstr>Widescreen</vt:lpwstr>
  </property>
  <property fmtid="{D5CDD505-2E9C-101B-9397-08002B2CF9AE}" pid="6" name="Producer">
    <vt:lpwstr>Microsoft® PowerPoint® 2013</vt:lpwstr>
  </property>
  <property fmtid="{D5CDD505-2E9C-101B-9397-08002B2CF9AE}" pid="7" name="Slides">
    <vt:i4>15</vt:i4>
  </property>
</Properties>
</file>